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1039" r:id="rId3"/>
    <p:sldId id="1049" r:id="rId5"/>
    <p:sldId id="1050" r:id="rId6"/>
    <p:sldId id="1051" r:id="rId7"/>
    <p:sldId id="1052" r:id="rId8"/>
    <p:sldId id="1053" r:id="rId9"/>
  </p:sldIdLst>
  <p:sldSz cx="9144000" cy="6858000" type="screen4x3"/>
  <p:notesSz cx="6797675" cy="9928225"/>
  <p:custDataLst>
    <p:tags r:id="rId14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Credit Suisse Type Roman" pitchFamily="34" charset="0"/>
        <a:ea typeface="PMingLiU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1" userDrawn="1">
          <p15:clr>
            <a:srgbClr val="A4A3A4"/>
          </p15:clr>
        </p15:guide>
        <p15:guide id="2" orient="horz" pos="2066" userDrawn="1">
          <p15:clr>
            <a:srgbClr val="A4A3A4"/>
          </p15:clr>
        </p15:guide>
        <p15:guide id="3" orient="horz" pos="622" userDrawn="1">
          <p15:clr>
            <a:srgbClr val="A4A3A4"/>
          </p15:clr>
        </p15:guide>
        <p15:guide id="4" orient="horz" pos="1078" userDrawn="1">
          <p15:clr>
            <a:srgbClr val="A4A3A4"/>
          </p15:clr>
        </p15:guide>
        <p15:guide id="5" orient="horz" pos="4148" userDrawn="1">
          <p15:clr>
            <a:srgbClr val="A4A3A4"/>
          </p15:clr>
        </p15:guide>
        <p15:guide id="6" orient="horz" pos="3949" userDrawn="1">
          <p15:clr>
            <a:srgbClr val="A4A3A4"/>
          </p15:clr>
        </p15:guide>
        <p15:guide id="7" orient="horz" pos="3187" userDrawn="1">
          <p15:clr>
            <a:srgbClr val="A4A3A4"/>
          </p15:clr>
        </p15:guide>
        <p15:guide id="8" orient="horz" pos="2274" userDrawn="1">
          <p15:clr>
            <a:srgbClr val="A4A3A4"/>
          </p15:clr>
        </p15:guide>
        <p15:guide id="9" pos="2880" userDrawn="1">
          <p15:clr>
            <a:srgbClr val="A4A3A4"/>
          </p15:clr>
        </p15:guide>
        <p15:guide id="10" pos="285" userDrawn="1">
          <p15:clr>
            <a:srgbClr val="A4A3A4"/>
          </p15:clr>
        </p15:guide>
        <p15:guide id="11" pos="5474" userDrawn="1">
          <p15:clr>
            <a:srgbClr val="A4A3A4"/>
          </p15:clr>
        </p15:guide>
        <p15:guide id="12" pos="2804" userDrawn="1">
          <p15:clr>
            <a:srgbClr val="A4A3A4"/>
          </p15:clr>
        </p15:guide>
        <p15:guide id="13" pos="4960" userDrawn="1">
          <p15:clr>
            <a:srgbClr val="A4A3A4"/>
          </p15:clr>
        </p15:guide>
        <p15:guide id="14" pos="2459" userDrawn="1">
          <p15:clr>
            <a:srgbClr val="A4A3A4"/>
          </p15:clr>
        </p15:guide>
        <p15:guide id="15" pos="3374" userDrawn="1">
          <p15:clr>
            <a:srgbClr val="A4A3A4"/>
          </p15:clr>
        </p15:guide>
        <p15:guide id="16" pos="5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A2CEB4"/>
    <a:srgbClr val="AEA0D0"/>
    <a:srgbClr val="B8B8B8"/>
    <a:srgbClr val="CCFFFF"/>
    <a:srgbClr val="0000FF"/>
    <a:srgbClr val="FFFF99"/>
    <a:srgbClr val="FFFFCC"/>
    <a:srgbClr val="78F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 showGuides="1">
      <p:cViewPr varScale="1">
        <p:scale>
          <a:sx n="83" d="100"/>
          <a:sy n="83" d="100"/>
        </p:scale>
        <p:origin x="-2196" y="-84"/>
      </p:cViewPr>
      <p:guideLst>
        <p:guide orient="horz" pos="3361"/>
        <p:guide orient="horz" pos="2066"/>
        <p:guide orient="horz" pos="622"/>
        <p:guide orient="horz" pos="1078"/>
        <p:guide orient="horz" pos="4148"/>
        <p:guide orient="horz" pos="3949"/>
        <p:guide orient="horz" pos="3187"/>
        <p:guide orient="horz" pos="2274"/>
        <p:guide pos="2880"/>
        <p:guide pos="285"/>
        <p:guide pos="5474"/>
        <p:guide pos="2804"/>
        <p:guide pos="4960"/>
        <p:guide pos="2459"/>
        <p:guide pos="3374"/>
        <p:guide pos="52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 showFormatting="0">
    <p:cViewPr>
      <p:scale>
        <a:sx n="100" d="100"/>
        <a:sy n="100" d="100"/>
      </p:scale>
      <p:origin x="0" y="4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2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7" y="0"/>
            <a:ext cx="2946400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 marL="0" marR="0" lvl="0" indent="0" algn="l" defTabSz="9036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de-CH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PMingLiU" pitchFamily="18" charset="-120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25875" y="0"/>
            <a:ext cx="2943225" cy="4953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algn="r"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 marL="0" marR="0" lvl="0" indent="0" algn="r" defTabSz="9036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de-CH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PMingLiU" pitchFamily="18" charset="-120"/>
              <a:cs typeface="+mn-cs"/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7" y="9474200"/>
            <a:ext cx="2946400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lstStyle>
            <a:lvl1pPr defTabSz="903605" eaLnBrk="0" hangingPunct="0">
              <a:defRPr sz="1300">
                <a:latin typeface="Arial" panose="020B0604020202020204" pitchFamily="34" charset="0"/>
                <a:ea typeface="PMingLiU" pitchFamily="18" charset="-120"/>
                <a:cs typeface="+mn-cs"/>
              </a:defRPr>
            </a:lvl1pPr>
          </a:lstStyle>
          <a:p>
            <a:pPr marL="0" marR="0" lvl="0" indent="0" algn="l" defTabSz="90360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de-CH" alt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PMingLiU" pitchFamily="18" charset="-120"/>
              <a:cs typeface="+mn-cs"/>
            </a:endParaRP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25875" y="9474200"/>
            <a:ext cx="2943225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1368" rIns="0" bIns="41368" numCol="1" anchor="b" anchorCtr="0" compatLnSpc="1"/>
          <a:p>
            <a:pPr lvl="0" algn="r" defTabSz="903605">
              <a:buNone/>
            </a:pPr>
            <a:fld id="{9A0DB2DC-4C9A-4742-B13C-FB6460FD3503}" type="slidenum">
              <a:rPr lang="de-CH" altLang="zh-TW" sz="1300" dirty="0">
                <a:latin typeface="Arial" panose="020B0604020202020204" pitchFamily="34" charset="0"/>
              </a:rPr>
            </a:fld>
            <a:endParaRPr lang="de-CH" altLang="zh-TW" sz="1300" dirty="0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PMingLiU" pitchFamily="18" charset="-120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Credit Suisse Type Roman" pitchFamily="34" charset="0"/>
        <a:ea typeface="Arial" panose="020B0604020202020204" pitchFamily="34" charset="0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19163" y="746125"/>
            <a:ext cx="4959350" cy="372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3" name="Rectangle 3"/>
          <p:cNvSpPr>
            <a:spLocks noGrp="1"/>
          </p:cNvSpPr>
          <p:nvPr>
            <p:ph type="body" idx="1"/>
          </p:nvPr>
        </p:nvSpPr>
        <p:spPr>
          <a:xfrm>
            <a:off x="677863" y="4713288"/>
            <a:ext cx="5441950" cy="4468812"/>
          </a:xfrm>
          <a:prstGeom prst="rect">
            <a:avLst/>
          </a:prstGeom>
          <a:noFill/>
          <a:ln w="9525">
            <a:noFill/>
          </a:ln>
        </p:spPr>
        <p:txBody>
          <a:bodyPr lIns="88210" tIns="44106" rIns="88210" bIns="44106"/>
          <a:p>
            <a:pPr lvl="0" eaLnBrk="1" hangingPunct="1"/>
            <a:endParaRPr lang="ja-JP" alt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6125"/>
            <a:ext cx="4962525" cy="3722688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>
          <a:xfrm>
            <a:off x="679450" y="4716463"/>
            <a:ext cx="5438775" cy="4465637"/>
          </a:xfrm>
          <a:prstGeom prst="rect">
            <a:avLst/>
          </a:prstGeom>
          <a:noFill/>
          <a:ln w="9525">
            <a:noFill/>
          </a:ln>
        </p:spPr>
        <p:txBody>
          <a:bodyPr lIns="88230" tIns="44115" rIns="88230" bIns="44115"/>
          <a:p>
            <a:pPr lvl="0"/>
            <a:endParaRPr lang="zh-TW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ClientLogoHolder" descr="&lt;tags&gt;&lt;tag n=&quot;Visible&quot; v=&quot;False&quot; /&gt;&lt;/tags&gt;" hidden="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40638" y="273050"/>
            <a:ext cx="1047750" cy="51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Tagline"/>
          <p:cNvSpPr txBox="1">
            <a:spLocks noChangeArrowheads="1"/>
          </p:cNvSpPr>
          <p:nvPr/>
        </p:nvSpPr>
        <p:spPr bwMode="auto">
          <a:xfrm rot="16200000">
            <a:off x="-3366294" y="3369469"/>
            <a:ext cx="6826250" cy="87313"/>
          </a:xfrm>
          <a:prstGeom prst="rect">
            <a:avLst/>
          </a:prstGeom>
          <a:noFill/>
          <a:ln w="6350">
            <a:noFill/>
            <a:miter lim="800000"/>
          </a:ln>
          <a:effectLst/>
        </p:spPr>
        <p:txBody>
          <a:bodyPr lIns="0" tIns="0" rIns="0" bIns="0">
            <a:spAutoFit/>
          </a:bodyPr>
          <a:lstStyle>
            <a:lvl1pPr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1pPr>
            <a:lvl2pPr marL="495300" indent="-22733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2pPr>
            <a:lvl3pPr marL="757555" indent="-26035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3pPr>
            <a:lvl4pPr marL="1005205" indent="-246380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4pPr>
            <a:lvl5pPr marL="3129280" indent="15875" algn="l" defTabSz="728980" eaLnBrk="0" hangingPunct="0"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5pPr>
            <a:lvl6pPr marL="35864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6pPr>
            <a:lvl7pPr marL="40436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7pPr>
            <a:lvl8pPr marL="45008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8pPr>
            <a:lvl9pPr marL="4958080" indent="15875" defTabSz="728980" eaLnBrk="0" fontAlgn="base" hangingPunct="0">
              <a:spcBef>
                <a:spcPct val="0"/>
              </a:spcBef>
              <a:spcAft>
                <a:spcPct val="0"/>
              </a:spcAft>
              <a:tabLst>
                <a:tab pos="4286250" algn="l"/>
              </a:tabLst>
              <a:defRPr sz="2400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pPr marL="0" marR="0" lvl="0" indent="0" algn="l" defTabSz="72898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  <a:buSzTx/>
              <a:buFontTx/>
              <a:buNone/>
              <a:tabLst>
                <a:tab pos="4286250" algn="l"/>
              </a:tabLst>
              <a:defRPr/>
            </a:pPr>
            <a:r>
              <a:rPr kumimoji="0" lang="en-US" altLang="ja-JP" sz="600" b="0" i="0" u="none" strike="noStrike" kern="120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Unsaved Document / 8/2/2012 / 14:58</a:t>
            </a:r>
            <a:endParaRPr kumimoji="0" lang="en-US" altLang="ja-JP" sz="600" b="0" i="0" u="none" strike="noStrike" kern="1200" cap="none" spc="0" normalizeH="0" baseline="0" noProof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1" name="ClientText" descr="Text Box: Client logo" hidden="1"/>
          <p:cNvSpPr>
            <a:spLocks noChangeArrowheads="1"/>
          </p:cNvSpPr>
          <p:nvPr/>
        </p:nvSpPr>
        <p:spPr bwMode="auto">
          <a:xfrm>
            <a:off x="7696200" y="200025"/>
            <a:ext cx="990600" cy="330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0" tIns="0" rIns="0" bIns="0"/>
          <a:lstStyle>
            <a:lvl1pPr eaLnBrk="0" hangingPunct="0"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1pPr>
            <a:lvl2pPr marL="742950" indent="-285750" eaLnBrk="0" hangingPunct="0"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2pPr>
            <a:lvl3pPr marL="1143000" indent="-228600" eaLnBrk="0" hangingPunct="0"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3pPr>
            <a:lvl4pPr marL="1600200" indent="-228600" eaLnBrk="0" hangingPunct="0"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4pPr>
            <a:lvl5pPr marL="2057400" indent="-228600" eaLnBrk="0" hangingPunct="0"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t> </a:t>
            </a:r>
            <a:endParaRPr kumimoji="0" lang="ja-JP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2053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92988" y="6332538"/>
            <a:ext cx="1133475" cy="2825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2105" name="Title" descr="Text Box: Flysheet heading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49263" y="4031719"/>
            <a:ext cx="8239125" cy="416456"/>
          </a:xfrm>
        </p:spPr>
        <p:txBody>
          <a:bodyPr bIns="36000"/>
          <a:lstStyle>
            <a:lvl1pPr>
              <a:defRPr sz="26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altLang="ja-JP" noProof="0" dirty="0" smtClean="0"/>
              <a:t>Flysheet heading</a:t>
            </a:r>
            <a:endParaRPr lang="en-US" altLang="ja-JP" noProof="0" dirty="0" smtClean="0"/>
          </a:p>
        </p:txBody>
      </p:sp>
      <p:sp>
        <p:nvSpPr>
          <p:cNvPr id="772106" name="SubTitle" descr="Text Box: Flysheet subheading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49263" y="4448175"/>
            <a:ext cx="8239125" cy="571500"/>
          </a:xfrm>
        </p:spPr>
        <p:txBody>
          <a:bodyPr bIns="36000"/>
          <a:lstStyle>
            <a:lvl1pPr>
              <a:defRPr sz="2600" b="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 altLang="ja-JP" noProof="0" dirty="0" smtClean="0"/>
              <a:t>Flysheet subheading</a:t>
            </a:r>
            <a:endParaRPr lang="en-US" altLang="ja-JP" noProof="0" dirty="0" smtClean="0"/>
          </a:p>
        </p:txBody>
      </p:sp>
      <p:sp>
        <p:nvSpPr>
          <p:cNvPr id="13" name="Slide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94113" y="6276975"/>
            <a:ext cx="1755775" cy="357188"/>
          </a:xfrm>
          <a:prstGeom prst="rect">
            <a:avLst/>
          </a:prstGeom>
          <a:ln>
            <a:miter lim="800000"/>
          </a:ln>
        </p:spPr>
        <p:txBody>
          <a:bodyPr vert="horz" wrap="square" lIns="0" tIns="45720" rIns="0" bIns="45720" numCol="1" anchor="b" anchorCtr="0" compatLnSpc="1"/>
          <a:p>
            <a:pPr algn="ctr">
              <a:buNone/>
            </a:pPr>
            <a:fld id="{9A0DB2DC-4C9A-4742-B13C-FB6460FD3503}" type="slidenum">
              <a:rPr lang="ja-JP" altLang="en-US" dirty="0"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ja-JP" alt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263" y="1476374"/>
            <a:ext cx="8245475" cy="385762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 smtClean="0"/>
          </a:p>
          <a:p>
            <a:pPr lvl="3"/>
            <a:r>
              <a:rPr lang="en-US" dirty="0" smtClean="0"/>
              <a:t>Fourth level</a:t>
            </a:r>
            <a:endParaRPr lang="en-US" dirty="0" smtClean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Slide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94113" y="6276975"/>
            <a:ext cx="1755775" cy="357188"/>
          </a:xfrm>
          <a:prstGeom prst="rect">
            <a:avLst/>
          </a:prstGeom>
          <a:ln>
            <a:miter lim="800000"/>
          </a:ln>
        </p:spPr>
        <p:txBody>
          <a:bodyPr vert="horz" wrap="square" lIns="0" tIns="45720" rIns="0" bIns="45720" numCol="1" anchor="b" anchorCtr="0" compatLnSpc="1"/>
          <a:p>
            <a:pPr algn="ctr">
              <a:buNone/>
            </a:pPr>
            <a:fld id="{9A0DB2DC-4C9A-4742-B13C-FB6460FD3503}" type="slidenum">
              <a:rPr lang="ja-JP" altLang="en-US" dirty="0"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ja-JP" altLang="en-US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ja-JP" altLang="en-US" dirty="0"/>
            </a:fld>
            <a:endParaRPr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2.jpe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1026" name="ClientLogoHolder" descr="&lt;tags&gt;&lt;tag n=&quot;Visible&quot; v=&quot;False&quot; /&gt;&lt;/tags&gt;" hidden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0638" y="273050"/>
            <a:ext cx="1047750" cy="514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SlideTitle" descr="Text Box: Title"/>
          <p:cNvSpPr>
            <a:spLocks noGrp="1" noChangeArrowheads="1"/>
          </p:cNvSpPr>
          <p:nvPr>
            <p:ph type="title"/>
          </p:nvPr>
        </p:nvSpPr>
        <p:spPr bwMode="gray">
          <a:xfrm>
            <a:off x="449263" y="504825"/>
            <a:ext cx="7219950" cy="347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anchor="b" anchorCtr="0" compatLnSpc="1">
            <a:spAutoFit/>
          </a:bodyPr>
          <a:lstStyle/>
          <a:p>
            <a:pPr lvl="0"/>
            <a:r>
              <a:rPr lang="en-US" altLang="ja-JP" dirty="0" smtClean="0"/>
              <a:t>Title</a:t>
            </a:r>
            <a:endParaRPr lang="en-US" altLang="ja-JP" dirty="0" smtClean="0"/>
          </a:p>
        </p:txBody>
      </p:sp>
      <p:sp>
        <p:nvSpPr>
          <p:cNvPr id="1028" name="BasicText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533525"/>
            <a:ext cx="8245475" cy="38004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/>
          <a:p>
            <a:pPr lvl="0"/>
            <a:r>
              <a:rPr lang="en-US" altLang="ja-JP" dirty="0"/>
              <a:t>Subheading</a:t>
            </a:r>
            <a:endParaRPr lang="en-US" altLang="ja-JP" dirty="0"/>
          </a:p>
          <a:p>
            <a:pPr lvl="1"/>
            <a:r>
              <a:rPr lang="en-US" altLang="ja-JP" dirty="0"/>
              <a:t>Basic text</a:t>
            </a:r>
            <a:endParaRPr lang="en-US" altLang="ja-JP" dirty="0"/>
          </a:p>
          <a:p>
            <a:pPr lvl="2"/>
            <a:r>
              <a:rPr lang="en-US" altLang="ja-JP" dirty="0"/>
              <a:t>Bullet level one</a:t>
            </a:r>
            <a:endParaRPr lang="en-US" altLang="ja-JP" dirty="0"/>
          </a:p>
          <a:p>
            <a:pPr lvl="3"/>
            <a:r>
              <a:rPr lang="en-US" altLang="ja-JP" dirty="0"/>
              <a:t>Bullet level two</a:t>
            </a:r>
            <a:endParaRPr lang="en-US" altLang="ja-JP" dirty="0"/>
          </a:p>
          <a:p>
            <a:pPr lvl="4"/>
            <a:r>
              <a:rPr lang="en-US" altLang="ja-JP" dirty="0"/>
              <a:t>Bullet level three</a:t>
            </a:r>
            <a:endParaRPr lang="en-US" altLang="ja-JP" dirty="0"/>
          </a:p>
        </p:txBody>
      </p:sp>
      <p:sp>
        <p:nvSpPr>
          <p:cNvPr id="771199" name="DraftAndConfidential" descr="&lt;tags&gt;&lt;tag n=&quot;Language&quot; v=&quot;ENG&quot; /&gt;&lt;/tags&gt;" hidden="1"/>
          <p:cNvSpPr txBox="1">
            <a:spLocks noChangeArrowheads="1"/>
          </p:cNvSpPr>
          <p:nvPr/>
        </p:nvSpPr>
        <p:spPr bwMode="auto">
          <a:xfrm>
            <a:off x="7667625" y="6273800"/>
            <a:ext cx="1025525" cy="1444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>
            <a:spAutoFit/>
          </a:bodyPr>
          <a:lstStyle>
            <a:lvl1pPr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1pPr>
            <a:lvl2pPr marL="1905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2pPr>
            <a:lvl3pPr marL="3175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3pPr>
            <a:lvl4pPr marL="5080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4pPr>
            <a:lvl5pPr marL="3484880" indent="-3300730" algn="l" eaLnBrk="0" hangingPunct="0">
              <a:defRPr sz="2400">
                <a:solidFill>
                  <a:schemeClr val="tx1"/>
                </a:solidFill>
                <a:latin typeface="Credit Suisse Type Roman" pitchFamily="34" charset="0"/>
              </a:defRPr>
            </a:lvl5pPr>
            <a:lvl6pPr marL="39420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6pPr>
            <a:lvl7pPr marL="43992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7pPr>
            <a:lvl8pPr marL="48564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8pPr>
            <a:lvl9pPr marL="5313680" indent="-330073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redit Suisse Type Roman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20000"/>
              <a:buFont typeface="Wingdings" panose="05000000000000000000" pitchFamily="2" charset="2"/>
              <a:buNone/>
              <a:defRPr/>
            </a:pPr>
            <a:r>
              <a:rPr kumimoji="0" lang="en-US" altLang="ja-JP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MS PGothic" panose="020B0600070205080204" pitchFamily="34" charset="-128"/>
                <a:cs typeface="+mn-cs"/>
              </a:rPr>
              <a:t>Confidential / Draft</a:t>
            </a:r>
            <a:endParaRPr kumimoji="0" lang="en-US" altLang="ja-JP" sz="10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0" name="CompanyLogoHolder" descr="&lt;tags&gt;&lt;tag n=&quot;Visible&quot; v=&quot;False&quot; /&gt;&lt;/tags&gt;" hidden="1"/>
          <p:cNvPicPr preferRelativeResize="0"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263" y="6240463"/>
            <a:ext cx="1628775" cy="3556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71253" name="SlideNumber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694113" y="6276975"/>
            <a:ext cx="1755775" cy="3571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45720" rIns="0" bIns="45720" numCol="1" anchor="b" anchorCtr="0" compatLnSpc="1"/>
          <a:lstStyle>
            <a:lvl1pPr algn="ctr">
              <a:defRPr sz="1000">
                <a:latin typeface="Arial" panose="020B0604020202020204" pitchFamily="34" charset="0"/>
                <a:ea typeface="MS PGothic" panose="020B0600070205080204" pitchFamily="34" charset="-128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ja-JP" altLang="en-US" dirty="0"/>
            </a:fld>
            <a:endParaRPr lang="ja-JP" altLang="en-US" dirty="0"/>
          </a:p>
        </p:txBody>
      </p:sp>
      <p:pic>
        <p:nvPicPr>
          <p:cNvPr id="1032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4300" y="6359525"/>
            <a:ext cx="857250" cy="214313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anose="020B0604020202020204"/>
          <a:ea typeface="PMingLiU" pitchFamily="18" charset="-120"/>
          <a:cs typeface="PMingLiU" charset="0"/>
        </a:defRPr>
      </a:lvl1pPr>
      <a:lvl2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2pPr>
      <a:lvl3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3pPr>
      <a:lvl4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4pPr>
      <a:lvl5pPr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panose="020B0604020202020204" pitchFamily="34" charset="0"/>
          <a:ea typeface="PMingLiU" pitchFamily="18" charset="-120"/>
          <a:cs typeface="PMingLiU" charset="0"/>
        </a:defRPr>
      </a:lvl5pPr>
      <a:lvl6pPr marL="4572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6pPr>
      <a:lvl7pPr marL="9144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7pPr>
      <a:lvl8pPr marL="13716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8pPr>
      <a:lvl9pPr marL="1828800" algn="l" defTabSz="728980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Credit Suisse Type Roman" pitchFamily="34" charset="0"/>
        </a:defRPr>
      </a:lvl9pPr>
    </p:titleStyle>
    <p:bodyStyle>
      <a:lvl1pPr marL="342900" indent="-342900" algn="l" defTabSz="728980" rtl="0" eaLnBrk="0" fontAlgn="base" hangingPunct="0">
        <a:lnSpc>
          <a:spcPct val="95000"/>
        </a:lnSpc>
        <a:spcBef>
          <a:spcPct val="95000"/>
        </a:spcBef>
        <a:spcAft>
          <a:spcPct val="0"/>
        </a:spcAft>
        <a:buClr>
          <a:schemeClr val="tx1"/>
        </a:buClr>
        <a:buSzPct val="120000"/>
        <a:buFont typeface="Wingdings" panose="05000000000000000000" pitchFamily="2" charset="2"/>
        <a:buChar char="•"/>
        <a:defRPr sz="1400" b="1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1pPr>
      <a:lvl2pPr marL="1905" indent="455930" algn="l" defTabSz="728980" rtl="0" eaLnBrk="0" fontAlgn="base" hangingPunct="0">
        <a:lnSpc>
          <a:spcPct val="95000"/>
        </a:lnSpc>
        <a:spcBef>
          <a:spcPct val="36000"/>
        </a:spcBef>
        <a:spcAft>
          <a:spcPct val="0"/>
        </a:spcAft>
        <a:buClr>
          <a:schemeClr val="tx1"/>
        </a:buClr>
        <a:buSzPct val="120000"/>
        <a:buChar char="–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2pPr>
      <a:lvl3pPr marL="228600" indent="-22542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n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3pPr>
      <a:lvl4pPr marL="466725" indent="-23685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4pPr>
      <a:lvl5pPr marL="706755" indent="-238125" algn="l" defTabSz="728980" rtl="0" eaLnBrk="0" fontAlgn="base" hangingPunct="0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kumimoji="1" sz="1400">
          <a:solidFill>
            <a:schemeClr val="tx1"/>
          </a:solidFill>
          <a:latin typeface="Arial" panose="020B0604020202020204"/>
          <a:ea typeface="PMingLiU" pitchFamily="18" charset="-120"/>
          <a:cs typeface="PMingLiU" charset="0"/>
        </a:defRPr>
      </a:lvl5pPr>
      <a:lvl6pPr marL="11639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6pPr>
      <a:lvl7pPr marL="16211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7pPr>
      <a:lvl8pPr marL="20783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8pPr>
      <a:lvl9pPr marL="2535555" indent="-238125" algn="l" defTabSz="728980" rtl="0" fontAlgn="base">
        <a:lnSpc>
          <a:spcPct val="95000"/>
        </a:lnSpc>
        <a:spcBef>
          <a:spcPct val="0"/>
        </a:spcBef>
        <a:spcAft>
          <a:spcPct val="0"/>
        </a:spcAft>
        <a:buClr>
          <a:schemeClr val="tx1"/>
        </a:buClr>
        <a:buFont typeface="Credit Suisse Type Roman" pitchFamily="34" charset="0"/>
        <a:buChar char="−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3.xml"/><Relationship Id="rId2" Type="http://schemas.openxmlformats.org/officeDocument/2006/relationships/tags" Target="../tags/tag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0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74" name="TextBox 3"/>
          <p:cNvSpPr txBox="1">
            <a:spLocks noChangeArrowheads="1"/>
          </p:cNvSpPr>
          <p:nvPr/>
        </p:nvSpPr>
        <p:spPr bwMode="auto">
          <a:xfrm>
            <a:off x="449263" y="3290888"/>
            <a:ext cx="8237538" cy="730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 marR="0" defTabSz="914400">
              <a:lnSpc>
                <a:spcPct val="95000"/>
              </a:lnSpc>
              <a:buClr>
                <a:schemeClr val="bg1"/>
              </a:buClr>
              <a:buSzTx/>
              <a:buFontTx/>
              <a:buNone/>
              <a:defRPr/>
            </a:pPr>
            <a:r>
              <a:rPr kumimoji="0" lang="en-US" altLang="zh-TW" sz="2600" b="1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PMingLiU" pitchFamily="18" charset="-120"/>
                <a:cs typeface="+mn-cs"/>
              </a:rPr>
              <a:t>RDA USB </a:t>
            </a:r>
            <a:r>
              <a:rPr kumimoji="0" lang="en-US" altLang="zh-CN" sz="2600" b="1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PMingLiU" pitchFamily="18" charset="-120"/>
                <a:cs typeface="+mn-cs"/>
              </a:rPr>
              <a:t>Introduction</a:t>
            </a:r>
            <a:endParaRPr kumimoji="0" lang="en-US" altLang="zh-TW" sz="2600" b="1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PMingLiU" pitchFamily="18" charset="-120"/>
              <a:cs typeface="+mn-cs"/>
            </a:endParaRPr>
          </a:p>
          <a:p>
            <a:pPr marR="0" defTabSz="914400">
              <a:lnSpc>
                <a:spcPct val="95000"/>
              </a:lnSpc>
              <a:buClr>
                <a:schemeClr val="bg1"/>
              </a:buClr>
              <a:buSzTx/>
              <a:buFontTx/>
              <a:buNone/>
              <a:defRPr/>
            </a:pPr>
            <a:endParaRPr kumimoji="0" lang="en-US" altLang="zh-TW" sz="24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PMingLiU" pitchFamily="18" charset="-120"/>
              <a:cs typeface="+mn-cs"/>
            </a:endParaRPr>
          </a:p>
        </p:txBody>
      </p:sp>
      <p:sp>
        <p:nvSpPr>
          <p:cNvPr id="3075" name="TextBox 4"/>
          <p:cNvSpPr txBox="1">
            <a:spLocks noChangeArrowheads="1"/>
          </p:cNvSpPr>
          <p:nvPr/>
        </p:nvSpPr>
        <p:spPr bwMode="auto">
          <a:xfrm>
            <a:off x="449263" y="4154488"/>
            <a:ext cx="8237538" cy="2365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 marR="0" defTabSz="914400">
              <a:lnSpc>
                <a:spcPct val="95000"/>
              </a:lnSpc>
              <a:buClr>
                <a:schemeClr val="bg1"/>
              </a:buClr>
              <a:buSzTx/>
              <a:buFontTx/>
              <a:buNone/>
              <a:defRPr/>
            </a:pPr>
            <a:r>
              <a:rPr kumimoji="0" lang="en-US" altLang="zh-CN" sz="1600" kern="1200" cap="none" spc="0" normalizeH="0" baseline="0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PMingLiU" pitchFamily="18" charset="-120"/>
                <a:cs typeface="+mn-cs"/>
              </a:rPr>
              <a:t>Sep  2016</a:t>
            </a:r>
            <a:endParaRPr kumimoji="0" lang="en-US" altLang="zh-TW" sz="1600" kern="1200" cap="none" spc="0" normalizeH="0" baseline="0" noProof="0" dirty="0"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PMingLiU" pitchFamily="18" charset="-120"/>
              <a:cs typeface="+mn-cs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 descr="Text Box: Title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numCol="1" anchor="b" anchorCtr="0" compatLnSpc="1">
            <a:spAutoFit/>
          </a:bodyPr>
          <a:lstStyle/>
          <a:p>
            <a:pPr marL="0" marR="0" lvl="0" indent="0" algn="l" defTabSz="72898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TW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PMingLiU" pitchFamily="18" charset="-120"/>
                <a:cs typeface="PMingLiU" charset="0"/>
              </a:rPr>
              <a:t>USB  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PMingLiU" pitchFamily="18" charset="-120"/>
                <a:cs typeface="PMingLiU" charset="0"/>
              </a:rPr>
              <a:t>基本情况</a:t>
            </a:r>
            <a:endParaRPr kumimoji="0" lang="en-US" altLang="zh-TW" sz="2400" b="1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Arial" panose="020B0604020202020204" pitchFamily="34" charset="0"/>
              <a:ea typeface="PMingLiU" pitchFamily="18" charset="-120"/>
              <a:cs typeface="PMingLiU" charset="0"/>
            </a:endParaRPr>
          </a:p>
        </p:txBody>
      </p:sp>
      <p:sp>
        <p:nvSpPr>
          <p:cNvPr id="5123" name="Slide Number Placeholder 2" descr="&lt;tags&gt;&lt;tag n=&quot;TagName&quot; v=&quot;Slide Number Placeholder 2&quot; /&gt;&lt;tag n=&quot;Top&quot; v=&quot;498&quot; /&gt;&lt;tag n=&quot;Left&quot; v=&quot;546.25&quot; /&gt;&lt;tag n=&quot;Height&quot; v=&quot;28.12504&quot; /&gt;&lt;tag n=&quot;Width&quot; v=&quot;138.25&quot; /&gt;&lt;/tags&gt;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0" rIns="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ja-JP" altLang="en-US" sz="1000" dirty="0"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ja-JP" altLang="en-US" sz="10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5124" name="Text Placeholder 5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279525"/>
            <a:ext cx="8245475" cy="5219700"/>
          </a:xfrm>
        </p:spPr>
        <p:txBody>
          <a:bodyPr vert="horz" wrap="square" lIns="0" tIns="0" rIns="0" bIns="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IP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来源：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USB Controller:     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PMingLiU" pitchFamily="18" charset="-120"/>
                <a:cs typeface="Arial" panose="020B0604020202020204" pitchFamily="34" charset="0"/>
              </a:rPr>
              <a:t>MENTOR 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UTMI: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MENTOR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 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PHY:  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                 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RDA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版本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+mn-cs"/>
              </a:rPr>
              <a:t>  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Digital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            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｛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6’d2,12’d0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｝（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hardware version </a:t>
            </a:r>
            <a:r>
              <a:rPr kumimoji="0" lang="en-US" altLang="zh-CN" sz="1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reg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）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06/2005(?)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PHY   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                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rda5856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（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BT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）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             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面积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(SMIC 55nm):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Digital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             67021.08(SRAM exception)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PHY   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             600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*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260=156000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验证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: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Simulation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        case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少，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basic transaction verification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， 约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10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条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case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PMingLiU" pitchFamily="18" charset="-120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</a:t>
            </a:r>
            <a:r>
              <a:rPr kumimoji="0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•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FPGA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                 OK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。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PHY: SMSC  usb3500</a:t>
            </a:r>
            <a:endParaRPr kumimoji="0" lang="en-US" altLang="zh-CN" sz="1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用处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：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   RDA8810</a:t>
            </a: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， </a:t>
            </a:r>
            <a:r>
              <a:rPr kumimoji="0" lang="en-US" altLang="zh-CN" sz="1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/>
                <a:ea typeface="宋体" panose="02010600030101010101" pitchFamily="2" charset="-122"/>
                <a:cs typeface="PMingLiU" charset="0"/>
              </a:rPr>
              <a:t>RDA8850e,  TV,  WIFI,  BT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/>
              <a:ea typeface="宋体" panose="02010600030101010101" pitchFamily="2" charset="-122"/>
              <a:cs typeface="PMingLiU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 descr="Text Box: Title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numCol="1" anchor="b" anchorCtr="0" compatLnSpc="1">
            <a:spAutoFit/>
          </a:bodyPr>
          <a:lstStyle/>
          <a:p>
            <a:pPr marL="0" marR="0" lvl="0" indent="0" algn="l" defTabSz="72898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PMingLiU" pitchFamily="18" charset="-120"/>
                <a:cs typeface="PMingLiU" charset="0"/>
              </a:rPr>
              <a:t>Configuration &amp; Feature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PMingLiU" pitchFamily="18" charset="-120"/>
              <a:cs typeface="PMingLiU" charset="0"/>
            </a:endParaRPr>
          </a:p>
        </p:txBody>
      </p:sp>
      <p:sp>
        <p:nvSpPr>
          <p:cNvPr id="6147" name="文本占位符 2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476375"/>
            <a:ext cx="8245475" cy="4583113"/>
          </a:xfrm>
          <a:ln/>
        </p:spPr>
        <p:txBody>
          <a:bodyPr vert="horz" wrap="square" lIns="0" tIns="0" rIns="0" bIns="0" anchor="t" anchorCtr="0"/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End point </a:t>
            </a:r>
            <a:r>
              <a:rPr lang="zh-CN" alt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    </a:t>
            </a:r>
            <a:r>
              <a:rPr lang="en-US" altLang="zh-CN" sz="1600" dirty="0"/>
              <a:t>•</a:t>
            </a: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Endpoint </a:t>
            </a:r>
            <a:r>
              <a:rPr lang="zh-CN" alt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个数： </a:t>
            </a:r>
            <a:r>
              <a:rPr lang="en-US" altLang="zh-CN" sz="1600" b="0" dirty="0"/>
              <a:t>TX/RX </a:t>
            </a:r>
            <a:r>
              <a:rPr lang="zh-CN" altLang="en-US" sz="1600" b="0" dirty="0"/>
              <a:t>各</a:t>
            </a:r>
            <a:r>
              <a:rPr lang="en-US" altLang="zh-CN" sz="1600" b="0" dirty="0"/>
              <a:t>16</a:t>
            </a:r>
            <a:r>
              <a:rPr lang="zh-CN" altLang="en-US" sz="1600" b="0" dirty="0"/>
              <a:t>个</a:t>
            </a:r>
            <a:r>
              <a:rPr lang="en-US" altLang="zh-CN" sz="1600" b="0" dirty="0"/>
              <a:t>  or  TX/RX </a:t>
            </a:r>
            <a:r>
              <a:rPr lang="zh-CN" altLang="en-US" sz="1600" b="0" dirty="0"/>
              <a:t>各</a:t>
            </a:r>
            <a:r>
              <a:rPr lang="en-US" altLang="zh-CN" sz="1600" b="0" dirty="0"/>
              <a:t>5</a:t>
            </a:r>
            <a:r>
              <a:rPr lang="zh-CN" altLang="en-US" sz="1600" b="0" dirty="0"/>
              <a:t>个</a:t>
            </a:r>
            <a:endParaRPr lang="en-US" altLang="zh-CN" sz="1600" b="0" dirty="0"/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sz="1600" b="0" dirty="0"/>
              <a:t>      </a:t>
            </a:r>
            <a:r>
              <a:rPr lang="en-US" altLang="zh-CN" sz="1600" dirty="0"/>
              <a:t>•</a:t>
            </a: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Endpoint buffer size</a:t>
            </a:r>
            <a:r>
              <a:rPr lang="zh-CN" alt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 </a:t>
            </a: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Max</a:t>
            </a:r>
            <a:r>
              <a:rPr lang="zh-CN" alt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1024byte</a:t>
            </a: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UTMI+ </a:t>
            </a:r>
            <a:r>
              <a:rPr lang="zh-CN" altLang="en-US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， </a:t>
            </a: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8bits width</a:t>
            </a: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AHB slave for register config</a:t>
            </a: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8 DAM channel or 2 DMA channel</a:t>
            </a: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support  SUSPEND/RESUME</a:t>
            </a: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USB2 TEST MODE</a:t>
            </a: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endParaRPr lang="en-US" altLang="zh-CN" sz="1600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sz="1600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Use as DRD, Not use as OTG.</a:t>
            </a:r>
            <a:endParaRPr lang="zh-CN" altLang="en-US" sz="1600" dirty="0"/>
          </a:p>
        </p:txBody>
      </p:sp>
      <p:sp>
        <p:nvSpPr>
          <p:cNvPr id="6148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0" rIns="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ja-JP" altLang="en-US" sz="1000" dirty="0"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ja-JP" altLang="en-US" sz="10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 descr="Text Box: Title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numCol="1" anchor="b" anchorCtr="0" compatLnSpc="1">
            <a:spAutoFit/>
          </a:bodyPr>
          <a:lstStyle/>
          <a:p>
            <a:pPr marL="0" marR="0" lvl="0" indent="0" algn="l" defTabSz="72898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现有问题及修改（一）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PMingLiU" pitchFamily="18" charset="-120"/>
              <a:cs typeface="PMingLiU" charset="0"/>
            </a:endParaRPr>
          </a:p>
        </p:txBody>
      </p:sp>
      <p:sp>
        <p:nvSpPr>
          <p:cNvPr id="7171" name="文本占位符 2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476375"/>
            <a:ext cx="8342312" cy="4800600"/>
          </a:xfrm>
          <a:ln/>
        </p:spPr>
        <p:txBody>
          <a:bodyPr vert="horz" wrap="square" lIns="0" tIns="0" rIns="0" bIns="0" anchor="t" anchorCtr="0"/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DMA 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相关：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CH1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先启动，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1CLk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后，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CH0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启动，因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CH0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的优先级比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CH1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高，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CH0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Enable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CH1</a:t>
            </a:r>
            <a:r>
              <a:rPr lang="zh-CN" altLang="en-US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就不会被执行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en-US" altLang="zh-CN" b="0" dirty="0"/>
              <a:t>RTL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修改：修改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channel Enable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判断条件。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OK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增强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STALL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和 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NYET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的 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PID check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//</a:t>
            </a:r>
            <a:r>
              <a:rPr lang="zh-CN" altLang="en-US" b="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这个上海没有碰到过</a:t>
            </a:r>
            <a:endParaRPr lang="en-US" altLang="zh-CN" b="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HostMode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，会收到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devcie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回复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STALL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NYET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，其实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并没回复的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STALL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NYET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en-US" altLang="zh-CN" b="0" dirty="0"/>
              <a:t>RTL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修改：原来用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PID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中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2bits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来检测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STALL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NYET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，改成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4bit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RxErr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来判断。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结果：还是没有根除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RETRY 3 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次仍失败，报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error 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中断：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HostMode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，发数据给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，但收到错误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handshake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host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retry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次均出错，报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error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中断。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en-US" altLang="zh-CN" b="0" dirty="0"/>
              <a:t>PHY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更快的进行数据锁定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en-US" altLang="zh-CN" b="0" dirty="0"/>
              <a:t>RTL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：原来是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个同步头之后的数据存入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buffer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，改为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3~9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个（可选）同步头之后存入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buffer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结果：有改善，但没有根除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ea typeface="宋体" panose="02010600030101010101" pitchFamily="2" charset="-122"/>
              </a:rPr>
              <a:t>         </a:t>
            </a:r>
            <a:r>
              <a:rPr lang="en-US" altLang="zh-CN" dirty="0"/>
              <a:t>• </a:t>
            </a:r>
            <a:r>
              <a:rPr lang="en-US" altLang="zh-CN" b="0" dirty="0"/>
              <a:t>RTL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Disable retry3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次不成功报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error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中断功能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结果：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OK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0" rIns="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ja-JP" altLang="en-US" sz="1000" dirty="0"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ja-JP" altLang="en-US" sz="10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 descr="Text Box: Title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numCol="1" anchor="b" anchorCtr="0" compatLnSpc="1">
            <a:spAutoFit/>
          </a:bodyPr>
          <a:lstStyle/>
          <a:p>
            <a:pPr marL="0" marR="0" lvl="0" indent="0" algn="l" defTabSz="72898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现有问题及修改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（二）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PMingLiU" pitchFamily="18" charset="-120"/>
              <a:cs typeface="PMingLiU" charset="0"/>
            </a:endParaRPr>
          </a:p>
        </p:txBody>
      </p:sp>
      <p:sp>
        <p:nvSpPr>
          <p:cNvPr id="8195" name="文本占位符 2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476375"/>
            <a:ext cx="8245475" cy="4708525"/>
          </a:xfrm>
          <a:ln/>
        </p:spPr>
        <p:txBody>
          <a:bodyPr vert="horz" wrap="square" lIns="0" tIns="0" rIns="0" bIns="0" anchor="t" anchorCtr="0"/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TX CRC  Error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//</a:t>
            </a:r>
            <a:r>
              <a:rPr lang="zh-CN" altLang="en-US" b="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不确定这个是指什么问题</a:t>
            </a:r>
            <a:endParaRPr lang="en-US" altLang="zh-CN" b="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RX Data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完全没检测到同步头，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controller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各模块工作状态不同步，再重新发包，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因为各模块状态不匹配，因此发包不正确，报告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TX CRC error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 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RTL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修改：硬件会自动从新发送，无需软件参与，无需改动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RTL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以下错误均没有</a:t>
            </a:r>
            <a:r>
              <a:rPr lang="en-US" altLang="zh-CN" i="1" dirty="0">
                <a:latin typeface="宋体" panose="02010600030101010101" pitchFamily="2" charset="-122"/>
                <a:ea typeface="宋体" panose="02010600030101010101" pitchFamily="2" charset="-122"/>
              </a:rPr>
              <a:t>RTL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修改，对策是主动断电</a:t>
            </a:r>
            <a:r>
              <a:rPr lang="en-US" altLang="zh-CN" i="1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i="1" dirty="0">
                <a:latin typeface="宋体" panose="02010600030101010101" pitchFamily="2" charset="-122"/>
                <a:ea typeface="宋体" panose="02010600030101010101" pitchFamily="2" charset="-122"/>
              </a:rPr>
              <a:t>reset controller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，再连接</a:t>
            </a:r>
            <a:r>
              <a:rPr lang="en-US" altLang="zh-CN" i="1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i="1" dirty="0">
                <a:latin typeface="宋体" panose="02010600030101010101" pitchFamily="2" charset="-122"/>
                <a:ea typeface="宋体" panose="02010600030101010101" pitchFamily="2" charset="-122"/>
              </a:rPr>
              <a:t>，继续传输。</a:t>
            </a:r>
            <a:endParaRPr lang="en-US" altLang="zh-CN" i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RX fifo 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溢出：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HostMode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，收到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发送的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512bytes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数据，但是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RX_COUNT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里比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512byte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个字节。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TX 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中断丢失：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//</a:t>
            </a:r>
            <a:r>
              <a:rPr lang="zh-CN" altLang="en-US" b="0" dirty="0">
                <a:solidFill>
                  <a:srgbClr val="FF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这个比较严重</a:t>
            </a:r>
            <a:endParaRPr lang="en-US" altLang="zh-CN" b="0" dirty="0">
              <a:solidFill>
                <a:srgbClr val="FF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现象：数据正常发送给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，但是收不到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TX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中断，且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TxFifoNotEmpty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，软件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Flush Fifo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后，同  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样问题还是频繁出现。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传输中，产生未预期中断：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现象：传输过程中，出现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RX_STALL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中断，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Babble detect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中断等，导致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controller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无法工作。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196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0" rIns="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ja-JP" altLang="en-US" sz="1000" dirty="0"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ja-JP" altLang="en-US" sz="10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 descr="Text Box: Title"/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numCol="1" anchor="b" anchorCtr="0" compatLnSpc="1">
            <a:spAutoFit/>
          </a:bodyPr>
          <a:lstStyle/>
          <a:p>
            <a:pPr marL="0" marR="0" lvl="0" indent="0" algn="l" defTabSz="72898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现有问题及修改</a:t>
            </a:r>
            <a:r>
              <a:rPr kumimoji="0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/>
                <a:ea typeface="PMingLiU" pitchFamily="18" charset="-120"/>
                <a:cs typeface="PMingLiU" charset="0"/>
              </a:rPr>
              <a:t>（三）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/>
              <a:ea typeface="PMingLiU" pitchFamily="18" charset="-120"/>
              <a:cs typeface="PMingLiU" charset="0"/>
            </a:endParaRPr>
          </a:p>
        </p:txBody>
      </p:sp>
      <p:sp>
        <p:nvSpPr>
          <p:cNvPr id="9219" name="文本占位符 2" descr="&lt;tags&gt;&lt;tag n=&quot;Linked&quot; v=&quot;True&quot; /&gt;&lt;/tags&gt;"/>
          <p:cNvSpPr>
            <a:spLocks noGrp="1"/>
          </p:cNvSpPr>
          <p:nvPr>
            <p:ph type="body" idx="1"/>
          </p:nvPr>
        </p:nvSpPr>
        <p:spPr>
          <a:xfrm>
            <a:off x="449263" y="1476375"/>
            <a:ext cx="8245475" cy="4049713"/>
          </a:xfrm>
          <a:ln/>
        </p:spPr>
        <p:txBody>
          <a:bodyPr vert="horz" wrap="square" lIns="0" tIns="0" rIns="0" bIns="0" anchor="t" anchorCtr="0"/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//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本页之前的问题也是有碰到过的 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SCSI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包收发出错：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//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我们报的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现象：接收到错误的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HandShake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，要求重传，但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SCSI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协议不支持重传。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Font typeface="Wingdings" panose="05000000000000000000" pitchFamily="2" charset="2"/>
              <a:buChar char="n"/>
            </a:pP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插拔，容易进入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B-Device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//</a:t>
            </a:r>
            <a:r>
              <a:rPr lang="zh-CN" altLang="en-US" b="0" dirty="0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我们报的</a:t>
            </a:r>
            <a:endParaRPr lang="en-US" altLang="zh-CN" b="0" dirty="0">
              <a:solidFill>
                <a:srgbClr val="000000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r>
              <a:rPr lang="en-US" altLang="zh-CN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dirty="0"/>
              <a:t>• 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现象：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HostMode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下进行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Device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插拔实验，发现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controller</a:t>
            </a:r>
            <a:r>
              <a:rPr lang="zh-CN" altLang="en-US" b="0" dirty="0">
                <a:latin typeface="宋体" panose="02010600030101010101" pitchFamily="2" charset="-122"/>
                <a:ea typeface="宋体" panose="02010600030101010101" pitchFamily="2" charset="-122"/>
              </a:rPr>
              <a:t>变成了</a:t>
            </a:r>
            <a:r>
              <a:rPr lang="en-US" altLang="zh-CN" b="0" dirty="0">
                <a:latin typeface="宋体" panose="02010600030101010101" pitchFamily="2" charset="-122"/>
                <a:ea typeface="宋体" panose="02010600030101010101" pitchFamily="2" charset="-122"/>
              </a:rPr>
              <a:t>B-Device</a:t>
            </a: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 eaLnBrk="1" hangingPunct="1">
              <a:lnSpc>
                <a:spcPct val="100000"/>
              </a:lnSpc>
              <a:spcBef>
                <a:spcPct val="20000"/>
              </a:spcBef>
              <a:buClr>
                <a:srgbClr val="0033CC"/>
              </a:buClr>
              <a:buSzTx/>
              <a:buNone/>
            </a:pPr>
            <a:endParaRPr lang="en-US" altLang="zh-CN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 defTabSz="91440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220" name="灯片编号占位符 3"/>
          <p:cNvSpPr txBox="1">
            <a:spLocks noGrp="1"/>
          </p:cNvSpPr>
          <p:nvPr>
            <p:ph type="sldNum" sz="quarter" idx="4"/>
          </p:nvPr>
        </p:nvSpPr>
        <p:spPr>
          <a:ln/>
        </p:spPr>
        <p:txBody>
          <a:bodyPr lIns="0" rIns="0"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200" b="0" i="0" u="none" kern="1200" baseline="0">
                <a:solidFill>
                  <a:schemeClr val="tx1"/>
                </a:solidFill>
                <a:latin typeface="Credit Suisse Type Roman" pitchFamily="34" charset="0"/>
                <a:ea typeface="PMingLiU" pitchFamily="18" charset="-120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ja-JP" altLang="en-US" sz="1000" dirty="0">
                <a:latin typeface="Arial" panose="020B0604020202020204" pitchFamily="34" charset="0"/>
                <a:ea typeface="MS PGothic" panose="020B0600070205080204" pitchFamily="34" charset="-128"/>
              </a:rPr>
            </a:fld>
            <a:endParaRPr lang="ja-JP" altLang="en-US" sz="1000" dirty="0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GS" val="&lt;tags&gt;&lt;tag n=&quot;id&quot; v=&quot;2&quot; /&gt;&lt;tag n=&quot;name&quot; v=&quot;CoverPageNoImage&quot; /&gt;&lt;/tags&gt;"/>
</p:tagLst>
</file>

<file path=ppt/tags/tag2.xml><?xml version="1.0" encoding="utf-8"?>
<p:tagLst xmlns:p="http://schemas.openxmlformats.org/presentationml/2006/main">
  <p:tag name="FDSMENUDOCLEVELBTNSTATES" val="&lt;btnStates&gt;&lt;btn tag=&quot;1001&quot; state=&quot;UP&quot;/&gt;&lt;/btnStates&gt;&#10;"/>
  <p:tag name="TAGS" val="&lt;tags&gt;&lt;tag n=&quot;ColorScheme&quot; v=&quot;0&quot; /&gt;&lt;tag n=&quot;FssSaveTime&quot; v=&quot;00:00:00&quot; /&gt;&lt;tag n=&quot;FssPath&quot; v=&quot;&quot; /&gt;&lt;tag n=&quot;FssId&quot; v=&quot;&quot; /&gt;&lt;tag n=&quot;FssVersion&quot; v=&quot;&quot; /&gt;&lt;tag n=&quot;Disclaimers&quot; v=&quot;&quot; /&gt;&lt;tag n=&quot;Language&quot; v=&quot;ENG&quot; /&gt;&lt;tag n=&quot;DatePrefix&quot; v=&quot;True&quot; /&gt;&lt;tag n=&quot;Date&quot; v=&quot;August 2012&quot; /&gt;&lt;tag n=&quot;OrgPrefix&quot; v=&quot;True&quot; /&gt;&lt;tag n=&quot;OrgUnit&quot; v=&quot;&quot; /&gt;&lt;tag n=&quot;ProdPrefix&quot; v=&quot;True&quot; /&gt;&lt;tag n=&quot;ProducedBy&quot; v=&quot;&quot; /&gt;&lt;tag n=&quot;DisclaimerVer&quot; v=&quot;4.0.21.0&quot; /&gt;&lt;tag n=&quot;Confidential&quot; v=&quot;False&quot; /&gt;&lt;tag n=&quot;Draft&quot; v=&quot;False&quot; /&gt;&lt;tag n=&quot;Internal&quot; v=&quot;False&quot; /&gt;&lt;tag n=&quot;HasFilename&quot; v=&quot;True&quot; /&gt;&lt;tag n=&quot;HasDate&quot; v=&quot;True&quot; /&gt;&lt;tag n=&quot;HasTime&quot; v=&quot;True&quot; /&gt;&lt;tag n=&quot;XlPalette&quot; v=&quot;6830080,16711680,9001765,12948158,4103412,16048295,11769976,9816998,0,10373522,12370376,15584108,5362431,5155178,12370376,12370376,9001765,8291985,2952861,15584108,10373522,12370376,5155178,4103412,11769976,7501278,16048295,12948158,9159928,9816998,8248831,2541567,9159928,12115395,14202579,16313028,11720699,13746866,11069951,11974635,6664438,7453320,15848841,7501278,4274370,16777215,2541567,16777215,14409699,11627944,15725045,16777215,2952861,8248831,10133930,8291985&quot; /&gt;&lt;/tags&gt;"/>
</p:tagLst>
</file>

<file path=ppt/theme/theme1.xml><?xml version="1.0" encoding="utf-8"?>
<a:theme xmlns:a="http://schemas.openxmlformats.org/drawingml/2006/main" name="FlysheetAndBody">
  <a:themeElements>
    <a:clrScheme name="FlysheetAndBody 1">
      <a:dk1>
        <a:srgbClr val="000000"/>
      </a:dk1>
      <a:lt1>
        <a:srgbClr val="FFFFFF"/>
      </a:lt1>
      <a:dk2>
        <a:srgbClr val="7898B3"/>
      </a:dk2>
      <a:lt2>
        <a:srgbClr val="C8C1BC"/>
      </a:lt2>
      <a:accent1>
        <a:srgbClr val="255B89"/>
      </a:accent1>
      <a:accent2>
        <a:srgbClr val="91867E"/>
      </a:accent2>
      <a:accent3>
        <a:srgbClr val="FFFFFF"/>
      </a:accent3>
      <a:accent4>
        <a:srgbClr val="000000"/>
      </a:accent4>
      <a:accent5>
        <a:srgbClr val="ACB5C4"/>
      </a:accent5>
      <a:accent6>
        <a:srgbClr val="837972"/>
      </a:accent6>
      <a:hlink>
        <a:srgbClr val="9D0E2D"/>
      </a:hlink>
      <a:folHlink>
        <a:srgbClr val="6CCBED"/>
      </a:folHlink>
    </a:clrScheme>
    <a:fontScheme name="FlysheetAndBody">
      <a:majorFont>
        <a:latin typeface="Credit Suisse Type Roman"/>
        <a:ea typeface=""/>
        <a:cs typeface=""/>
      </a:majorFont>
      <a:minorFont>
        <a:latin typeface="Credit Suisse Type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1">
          <a:gsLst>
            <a:gs pos="0">
              <a:srgbClr val="97E4FF">
                <a:alpha val="71999"/>
              </a:srgbClr>
            </a:gs>
            <a:gs pos="100000">
              <a:schemeClr val="bg1">
                <a:alpha val="65999"/>
              </a:schemeClr>
            </a:gs>
          </a:gsLst>
          <a:lin ang="0" scaled="1"/>
        </a:gradFill>
        <a:ln w="9525">
          <a:noFill/>
          <a:miter lim="800000"/>
        </a:ln>
      </a:spPr>
      <a:bodyPr wrap="none" lIns="46800" tIns="64800" rIns="46800" bIns="64800" anchor="ctr"/>
      <a:lstStyle>
        <a:defPPr algn="ctr" defTabSz="728980">
          <a:lnSpc>
            <a:spcPct val="95000"/>
          </a:lnSpc>
          <a:buClr>
            <a:schemeClr val="bg1"/>
          </a:buClr>
          <a:tabLst>
            <a:tab pos="4286250" algn="l"/>
          </a:tabLst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46800" tIns="64800" rIns="46800" bIns="64800" numCol="1" anchor="ctr" anchorCtr="0" compatLnSpc="1"/>
      <a:lstStyle>
        <a:defPPr marL="0" marR="0" indent="0" algn="ctr" defTabSz="72898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>
            <a:schemeClr val="bg1"/>
          </a:buClr>
          <a:buSzTx/>
          <a:buFontTx/>
          <a:buNone/>
          <a:tabLst>
            <a:tab pos="4286250" algn="l"/>
          </a:tabLst>
          <a:defRPr kumimoji="0" 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redit Suisse Type Roman" pitchFamily="34" charset="0"/>
          </a:defRPr>
        </a:defPPr>
      </a:lstStyle>
    </a:lnDef>
  </a:objectDefaults>
  <a:extraClrSchemeLst>
    <a:extraClrScheme>
      <a:clrScheme name="FlysheetAndBody 1">
        <a:dk1>
          <a:srgbClr val="000000"/>
        </a:dk1>
        <a:lt1>
          <a:srgbClr val="FFFFFF"/>
        </a:lt1>
        <a:dk2>
          <a:srgbClr val="7898B3"/>
        </a:dk2>
        <a:lt2>
          <a:srgbClr val="C8C1BC"/>
        </a:lt2>
        <a:accent1>
          <a:srgbClr val="255B89"/>
        </a:accent1>
        <a:accent2>
          <a:srgbClr val="91867E"/>
        </a:accent2>
        <a:accent3>
          <a:srgbClr val="FFFFFF"/>
        </a:accent3>
        <a:accent4>
          <a:srgbClr val="000000"/>
        </a:accent4>
        <a:accent5>
          <a:srgbClr val="ACB5C4"/>
        </a:accent5>
        <a:accent6>
          <a:srgbClr val="837972"/>
        </a:accent6>
        <a:hlink>
          <a:srgbClr val="9D0E2D"/>
        </a:hlink>
        <a:folHlink>
          <a:srgbClr val="6CCBE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</Words>
  <Application>WPS 演示</Application>
  <PresentationFormat>全屏显示(4:3)</PresentationFormat>
  <Paragraphs>111</Paragraphs>
  <Slides>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宋体</vt:lpstr>
      <vt:lpstr>Wingdings</vt:lpstr>
      <vt:lpstr>Credit Suisse Type Roman</vt:lpstr>
      <vt:lpstr>Segoe Print</vt:lpstr>
      <vt:lpstr>PMingLiU</vt:lpstr>
      <vt:lpstr>MingLiU-ExtB</vt:lpstr>
      <vt:lpstr>MS PGothic</vt:lpstr>
      <vt:lpstr>Verdana</vt:lpstr>
      <vt:lpstr>Arial</vt:lpstr>
      <vt:lpstr>PMingLiU</vt:lpstr>
      <vt:lpstr>Verdana</vt:lpstr>
      <vt:lpstr>微软雅黑</vt:lpstr>
      <vt:lpstr>Arial Unicode MS</vt:lpstr>
      <vt:lpstr>FlysheetAndBody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Credit Suisse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</dc:title>
  <dc:creator>Law, Cindy (VLQC)</dc:creator>
  <cp:lastModifiedBy>PC</cp:lastModifiedBy>
  <cp:revision>687</cp:revision>
  <cp:lastPrinted>2013-03-23T22:25:16Z</cp:lastPrinted>
  <dcterms:created xsi:type="dcterms:W3CDTF">2007-02-26T19:27:55Z</dcterms:created>
  <dcterms:modified xsi:type="dcterms:W3CDTF">2025-09-26T11:44:18Z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Type">
    <vt:i4>5</vt:i4>
  </property>
  <property fmtid="{D5CDD505-2E9C-101B-9397-08002B2CF9AE}" pid="3" name="ICV">
    <vt:lpwstr>9B5579FD638349DEAC3474AA4733ADBE_13</vt:lpwstr>
  </property>
  <property fmtid="{D5CDD505-2E9C-101B-9397-08002B2CF9AE}" pid="4" name="KSOProductBuildVer">
    <vt:lpwstr>2052-12.1.0.22529</vt:lpwstr>
  </property>
</Properties>
</file>