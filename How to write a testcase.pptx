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1039" r:id="rId3"/>
    <p:sldId id="1049" r:id="rId5"/>
    <p:sldId id="1069" r:id="rId6"/>
    <p:sldId id="1070" r:id="rId7"/>
    <p:sldId id="1050" r:id="rId8"/>
    <p:sldId id="1053" r:id="rId9"/>
    <p:sldId id="1056" r:id="rId10"/>
    <p:sldId id="1054" r:id="rId11"/>
    <p:sldId id="1055" r:id="rId12"/>
    <p:sldId id="1051" r:id="rId13"/>
    <p:sldId id="1058" r:id="rId14"/>
    <p:sldId id="1057" r:id="rId15"/>
    <p:sldId id="1052" r:id="rId16"/>
    <p:sldId id="1059" r:id="rId17"/>
    <p:sldId id="1061" r:id="rId18"/>
    <p:sldId id="1060" r:id="rId19"/>
    <p:sldId id="1062" r:id="rId20"/>
    <p:sldId id="1072" r:id="rId21"/>
    <p:sldId id="1073" r:id="rId22"/>
    <p:sldId id="1067" r:id="rId23"/>
    <p:sldId id="1071" r:id="rId24"/>
    <p:sldId id="1068" r:id="rId25"/>
    <p:sldId id="1066" r:id="rId26"/>
    <p:sldId id="1064" r:id="rId27"/>
    <p:sldId id="1063" r:id="rId28"/>
  </p:sldIdLst>
  <p:sldSz cx="9144000" cy="6858000" type="screen4x3"/>
  <p:notesSz cx="6797675" cy="9928225"/>
  <p:custDataLst>
    <p:tags r:id="rId3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1" userDrawn="1">
          <p15:clr>
            <a:srgbClr val="A4A3A4"/>
          </p15:clr>
        </p15:guide>
        <p15:guide id="2" orient="horz" pos="2066" userDrawn="1">
          <p15:clr>
            <a:srgbClr val="A4A3A4"/>
          </p15:clr>
        </p15:guide>
        <p15:guide id="3" orient="horz" pos="622" userDrawn="1">
          <p15:clr>
            <a:srgbClr val="A4A3A4"/>
          </p15:clr>
        </p15:guide>
        <p15:guide id="4" orient="horz" pos="1078" userDrawn="1">
          <p15:clr>
            <a:srgbClr val="A4A3A4"/>
          </p15:clr>
        </p15:guide>
        <p15:guide id="5" orient="horz" pos="4148" userDrawn="1">
          <p15:clr>
            <a:srgbClr val="A4A3A4"/>
          </p15:clr>
        </p15:guide>
        <p15:guide id="6" orient="horz" pos="3949" userDrawn="1">
          <p15:clr>
            <a:srgbClr val="A4A3A4"/>
          </p15:clr>
        </p15:guide>
        <p15:guide id="7" orient="horz" pos="3187" userDrawn="1">
          <p15:clr>
            <a:srgbClr val="A4A3A4"/>
          </p15:clr>
        </p15:guide>
        <p15:guide id="8" orient="horz" pos="2274" userDrawn="1">
          <p15:clr>
            <a:srgbClr val="A4A3A4"/>
          </p15:clr>
        </p15:guide>
        <p15:guide id="9" pos="2880" userDrawn="1">
          <p15:clr>
            <a:srgbClr val="A4A3A4"/>
          </p15:clr>
        </p15:guide>
        <p15:guide id="10" pos="285" userDrawn="1">
          <p15:clr>
            <a:srgbClr val="A4A3A4"/>
          </p15:clr>
        </p15:guide>
        <p15:guide id="11" pos="5474" userDrawn="1">
          <p15:clr>
            <a:srgbClr val="A4A3A4"/>
          </p15:clr>
        </p15:guide>
        <p15:guide id="12" pos="2804" userDrawn="1">
          <p15:clr>
            <a:srgbClr val="A4A3A4"/>
          </p15:clr>
        </p15:guide>
        <p15:guide id="13" pos="4960" userDrawn="1">
          <p15:clr>
            <a:srgbClr val="A4A3A4"/>
          </p15:clr>
        </p15:guide>
        <p15:guide id="14" pos="2459" userDrawn="1">
          <p15:clr>
            <a:srgbClr val="A4A3A4"/>
          </p15:clr>
        </p15:guide>
        <p15:guide id="15" pos="3374" userDrawn="1">
          <p15:clr>
            <a:srgbClr val="A4A3A4"/>
          </p15:clr>
        </p15:guide>
        <p15:guide id="16" pos="5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A2CEB4"/>
    <a:srgbClr val="AEA0D0"/>
    <a:srgbClr val="B8B8B8"/>
    <a:srgbClr val="CCFFFF"/>
    <a:srgbClr val="0000FF"/>
    <a:srgbClr val="FFFF99"/>
    <a:srgbClr val="FFFFCC"/>
    <a:srgbClr val="78F8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3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206" y="-102"/>
      </p:cViewPr>
      <p:guideLst>
        <p:guide orient="horz" pos="3361"/>
        <p:guide orient="horz" pos="2066"/>
        <p:guide orient="horz" pos="622"/>
        <p:guide orient="horz" pos="1078"/>
        <p:guide orient="horz" pos="4148"/>
        <p:guide orient="horz" pos="3949"/>
        <p:guide orient="horz" pos="3187"/>
        <p:guide orient="horz" pos="2274"/>
        <p:guide pos="2880"/>
        <p:guide pos="285"/>
        <p:guide pos="5474"/>
        <p:guide pos="2804"/>
        <p:guide pos="4960"/>
        <p:guide pos="2459"/>
        <p:guide pos="3374"/>
        <p:guide pos="52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456"/>
    </p:cViewPr>
  </p:sorterViewPr>
  <p:notesViewPr>
    <p:cSldViewPr snapToGrid="0" snapToObjects="1">
      <p:cViewPr varScale="1">
        <p:scale>
          <a:sx n="80" d="100"/>
          <a:sy n="80" d="100"/>
        </p:scale>
        <p:origin x="-750" y="-78"/>
      </p:cViewPr>
      <p:guideLst>
        <p:guide orient="horz" pos="3128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0"/>
            <a:ext cx="2946401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>
              <a:defRPr/>
            </a:pPr>
            <a:endParaRPr lang="de-CH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5875" y="0"/>
            <a:ext cx="2943225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algn="r"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>
              <a:defRPr/>
            </a:pPr>
            <a:endParaRPr lang="de-CH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474200"/>
            <a:ext cx="2946401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>
              <a:defRPr/>
            </a:pPr>
            <a:endParaRPr lang="de-CH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5875" y="9474200"/>
            <a:ext cx="2943225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algn="r" defTabSz="903605" eaLnBrk="0" hangingPunct="0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A4B05CF-7A04-41FB-BDA9-307FA3093071}" type="slidenum">
              <a:rPr lang="de-CH" altLang="zh-TW"/>
            </a:fld>
            <a:endParaRPr lang="de-CH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7863" y="4713288"/>
            <a:ext cx="5441950" cy="4468812"/>
          </a:xfrm>
          <a:prstGeom prst="rect">
            <a:avLst/>
          </a:prstGeom>
          <a:noFill/>
          <a:ln>
            <a:miter lim="800000"/>
          </a:ln>
        </p:spPr>
        <p:txBody>
          <a:bodyPr lIns="88210" tIns="44106" rIns="88210" bIns="44106"/>
          <a:lstStyle/>
          <a:p>
            <a:pPr eaLnBrk="1" hangingPunct="1"/>
            <a:endParaRPr kumimoji="0" lang="ja-JP" altLang="en-US" smtClean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175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>
            <a:miter lim="800000"/>
          </a:ln>
        </p:spPr>
        <p:txBody>
          <a:bodyPr lIns="88230" tIns="44115" rIns="88230" bIns="44115"/>
          <a:lstStyle/>
          <a:p>
            <a:endParaRPr kumimoji="0" lang="zh-TW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lientLogoHolder" descr="&lt;tags&gt;&lt;tag n=&quot;Visible&quot; v=&quot;False&quot; /&gt;&lt;/tags&gt;" hidden="1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640638" y="273050"/>
            <a:ext cx="10477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agline"/>
          <p:cNvSpPr txBox="1">
            <a:spLocks noChangeArrowheads="1"/>
          </p:cNvSpPr>
          <p:nvPr/>
        </p:nvSpPr>
        <p:spPr bwMode="auto">
          <a:xfrm rot="16200000">
            <a:off x="-3366293" y="3369468"/>
            <a:ext cx="6826250" cy="87313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lIns="0" tIns="0" rIns="0" bIns="0">
            <a:spAutoFit/>
          </a:bodyPr>
          <a:lstStyle>
            <a:lvl1pPr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1pPr>
            <a:lvl2pPr marL="495300" indent="-22733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2pPr>
            <a:lvl3pPr marL="757555" indent="-26035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3pPr>
            <a:lvl4pPr marL="1005205" indent="-24638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4pPr>
            <a:lvl5pPr marL="3129280" indent="15875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5pPr>
            <a:lvl6pPr marL="35864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6pPr>
            <a:lvl7pPr marL="40436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7pPr>
            <a:lvl8pPr marL="45008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8pPr>
            <a:lvl9pPr marL="49580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9pPr>
          </a:lstStyle>
          <a:p>
            <a:pPr eaLnBrk="1" hangingPunct="1">
              <a:lnSpc>
                <a:spcPct val="95000"/>
              </a:lnSpc>
              <a:buClr>
                <a:schemeClr val="bg1"/>
              </a:buClr>
              <a:defRPr/>
            </a:pPr>
            <a:r>
              <a:rPr lang="en-US" altLang="ja-JP" sz="600" smtClean="0">
                <a:solidFill>
                  <a:schemeClr val="bg2"/>
                </a:solidFill>
                <a:latin typeface="Arial" panose="020B0604020202020204"/>
                <a:ea typeface="MS PGothic" panose="020B0600070205080204" pitchFamily="34" charset="-128"/>
              </a:rPr>
              <a:t>Unsaved Document / 8/2/2012 / 14:58</a:t>
            </a:r>
            <a:endParaRPr lang="en-US" altLang="ja-JP" sz="600" smtClean="0">
              <a:solidFill>
                <a:schemeClr val="bg2"/>
              </a:solidFill>
              <a:latin typeface="Arial" panose="020B0604020202020204"/>
              <a:ea typeface="MS PGothic" panose="020B0600070205080204" pitchFamily="34" charset="-128"/>
            </a:endParaRPr>
          </a:p>
        </p:txBody>
      </p:sp>
      <p:sp>
        <p:nvSpPr>
          <p:cNvPr id="6" name="ClientText" descr="Text Box: Client logo" hidden="1"/>
          <p:cNvSpPr>
            <a:spLocks noChangeArrowheads="1"/>
          </p:cNvSpPr>
          <p:nvPr/>
        </p:nvSpPr>
        <p:spPr bwMode="auto">
          <a:xfrm>
            <a:off x="7696200" y="200025"/>
            <a:ext cx="990600" cy="33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lnSpc>
                <a:spcPct val="95000"/>
              </a:lnSpc>
              <a:defRPr/>
            </a:pPr>
            <a:r>
              <a:rPr lang="ja-JP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endParaRPr lang="ja-JP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7392988" y="6332538"/>
            <a:ext cx="1133475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2105" name="Title" descr="Text Box: Flysheet heading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4031719"/>
            <a:ext cx="8239125" cy="416456"/>
          </a:xfrm>
        </p:spPr>
        <p:txBody>
          <a:bodyPr bIns="36000"/>
          <a:lstStyle>
            <a:lvl1pPr>
              <a:defRPr sz="26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altLang="ja-JP" noProof="0" dirty="0" smtClean="0"/>
              <a:t>Flysheet heading</a:t>
            </a:r>
            <a:endParaRPr lang="en-US" altLang="ja-JP" noProof="0" dirty="0" smtClean="0"/>
          </a:p>
        </p:txBody>
      </p:sp>
      <p:sp>
        <p:nvSpPr>
          <p:cNvPr id="772106" name="SubTitle" descr="Text Box: Flysheet subheading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49263" y="4448175"/>
            <a:ext cx="8239125" cy="571500"/>
          </a:xfrm>
        </p:spPr>
        <p:txBody>
          <a:bodyPr bIns="36000"/>
          <a:lstStyle>
            <a:lvl1pPr>
              <a:defRPr sz="2600" b="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altLang="ja-JP" noProof="0" dirty="0" smtClean="0"/>
              <a:t>Flysheet subheading</a:t>
            </a:r>
            <a:endParaRPr lang="en-US" altLang="ja-JP" noProof="0" dirty="0" smtClean="0"/>
          </a:p>
        </p:txBody>
      </p:sp>
      <p:sp>
        <p:nvSpPr>
          <p:cNvPr id="8" name="SlideNumber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D3203-92FB-443F-98AB-EB4B1CDB416A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263" y="1476374"/>
            <a:ext cx="8245475" cy="385762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Number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0E6603-AD61-4DFA-AD0B-9996C81BA901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ber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99493-4417-43EA-B8AE-EC125AA8CA90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2.jpe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ClientLogoHolder" descr="&lt;tags&gt;&lt;tag n=&quot;Visible&quot; v=&quot;False&quot; /&gt;&lt;/tags&gt;" hidden="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40638" y="273050"/>
            <a:ext cx="10477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SlideTitle" descr="Text Box: Title"/>
          <p:cNvSpPr>
            <a:spLocks noGrp="1" noChangeArrowheads="1"/>
          </p:cNvSpPr>
          <p:nvPr>
            <p:ph type="title"/>
          </p:nvPr>
        </p:nvSpPr>
        <p:spPr bwMode="gray">
          <a:xfrm>
            <a:off x="449263" y="504825"/>
            <a:ext cx="7219950" cy="347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b" anchorCtr="0" compatLnSpc="1">
            <a:spAutoFit/>
          </a:bodyPr>
          <a:lstStyle/>
          <a:p>
            <a:pPr lvl="0"/>
            <a:r>
              <a:rPr lang="en-US" altLang="ja-JP" dirty="0" smtClean="0"/>
              <a:t>Title</a:t>
            </a:r>
            <a:endParaRPr lang="en-US" altLang="ja-JP" dirty="0" smtClean="0"/>
          </a:p>
        </p:txBody>
      </p:sp>
      <p:sp>
        <p:nvSpPr>
          <p:cNvPr id="1028" name="BasicText" descr="&lt;tags&gt;&lt;tag n=&quot;Linked&quot; v=&quot;True&quot; /&gt;&lt;/tags&gt;"/>
          <p:cNvSpPr>
            <a:spLocks noGrp="1" noChangeArrowheads="1"/>
          </p:cNvSpPr>
          <p:nvPr>
            <p:ph type="body" idx="1"/>
          </p:nvPr>
        </p:nvSpPr>
        <p:spPr bwMode="gray">
          <a:xfrm>
            <a:off x="449263" y="1533525"/>
            <a:ext cx="8245475" cy="3800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en-US" altLang="ja-JP" smtClean="0"/>
              <a:t>Subheading</a:t>
            </a:r>
            <a:endParaRPr lang="en-US" altLang="ja-JP" smtClean="0"/>
          </a:p>
          <a:p>
            <a:pPr lvl="1"/>
            <a:r>
              <a:rPr lang="en-US" altLang="ja-JP" smtClean="0"/>
              <a:t>Basic text</a:t>
            </a:r>
            <a:endParaRPr lang="en-US" altLang="ja-JP" smtClean="0"/>
          </a:p>
          <a:p>
            <a:pPr lvl="2"/>
            <a:r>
              <a:rPr lang="en-US" altLang="ja-JP" smtClean="0"/>
              <a:t>Bullet level one</a:t>
            </a:r>
            <a:endParaRPr lang="en-US" altLang="ja-JP" smtClean="0"/>
          </a:p>
          <a:p>
            <a:pPr lvl="3"/>
            <a:r>
              <a:rPr lang="en-US" altLang="ja-JP" smtClean="0"/>
              <a:t>Bullet level two</a:t>
            </a:r>
            <a:endParaRPr lang="en-US" altLang="ja-JP" smtClean="0"/>
          </a:p>
          <a:p>
            <a:pPr lvl="4"/>
            <a:r>
              <a:rPr lang="en-US" altLang="ja-JP" smtClean="0"/>
              <a:t>Bullet level three</a:t>
            </a:r>
            <a:endParaRPr lang="en-US" altLang="ja-JP" smtClean="0"/>
          </a:p>
        </p:txBody>
      </p:sp>
      <p:sp>
        <p:nvSpPr>
          <p:cNvPr id="771199" name="DraftAndConfidential" descr="&lt;tags&gt;&lt;tag n=&quot;Language&quot; v=&quot;ENG&quot; /&gt;&lt;/tags&gt;" hidden="1"/>
          <p:cNvSpPr txBox="1">
            <a:spLocks noChangeArrowheads="1"/>
          </p:cNvSpPr>
          <p:nvPr/>
        </p:nvSpPr>
        <p:spPr bwMode="auto">
          <a:xfrm>
            <a:off x="7667625" y="6273800"/>
            <a:ext cx="1025525" cy="144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>
            <a:spAutoFit/>
          </a:bodyPr>
          <a:lstStyle>
            <a:lvl1pPr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1pPr>
            <a:lvl2pPr marL="1905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2pPr>
            <a:lvl3pPr marL="3175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3pPr>
            <a:lvl4pPr marL="5080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4pPr>
            <a:lvl5pPr marL="3484880" indent="-3300730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5pPr>
            <a:lvl6pPr marL="39420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6pPr>
            <a:lvl7pPr marL="43992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7pPr>
            <a:lvl8pPr marL="48564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8pPr>
            <a:lvl9pPr marL="53136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9pPr>
          </a:lstStyle>
          <a:p>
            <a:pPr algn="r" eaLnBrk="1" hangingPunct="1">
              <a:lnSpc>
                <a:spcPct val="95000"/>
              </a:lnSpc>
              <a:buClr>
                <a:schemeClr val="tx2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ja-JP" sz="1000" smtClean="0">
                <a:latin typeface="Arial" panose="020B0604020202020204"/>
                <a:ea typeface="MS PGothic" panose="020B0600070205080204" pitchFamily="34" charset="-128"/>
              </a:rPr>
              <a:t>Confidential / Draft</a:t>
            </a:r>
            <a:endParaRPr lang="en-US" altLang="ja-JP" sz="1000" smtClean="0">
              <a:latin typeface="Arial" panose="020B0604020202020204"/>
              <a:ea typeface="MS PGothic" panose="020B0600070205080204" pitchFamily="34" charset="-128"/>
            </a:endParaRPr>
          </a:p>
        </p:txBody>
      </p:sp>
      <p:pic>
        <p:nvPicPr>
          <p:cNvPr id="1030" name="CompanyLogoHolder" descr="&lt;tags&gt;&lt;tag n=&quot;Visible&quot; v=&quot;False&quot; /&gt;&lt;/tags&gt;" hidden="1"/>
          <p:cNvPicPr preferRelativeResize="0"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263" y="6240463"/>
            <a:ext cx="16287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1253" name="SlideNumber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94113" y="6276975"/>
            <a:ext cx="1755775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b" anchorCtr="0" compatLnSpc="1"/>
          <a:lstStyle>
            <a:lvl1pPr algn="ctr">
              <a:defRPr sz="1000"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810E62C-D56B-461D-A946-3202DACAE7F9}" type="slidenum">
              <a:rPr lang="ja-JP" altLang="en-US"/>
            </a:fld>
            <a:endParaRPr lang="en-US" altLang="ja-JP"/>
          </a:p>
        </p:txBody>
      </p:sp>
      <p:pic>
        <p:nvPicPr>
          <p:cNvPr id="1032" name="Picture 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34300" y="6359525"/>
            <a:ext cx="8572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20204"/>
          <a:ea typeface="PMingLiU" pitchFamily="18" charset="-120"/>
          <a:cs typeface="PMingLiU" charset="0"/>
        </a:defRPr>
      </a:lvl1pPr>
      <a:lvl2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2pPr>
      <a:lvl3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3pPr>
      <a:lvl4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4pPr>
      <a:lvl5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5pPr>
      <a:lvl6pPr marL="4572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6pPr>
      <a:lvl7pPr marL="9144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7pPr>
      <a:lvl8pPr marL="13716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8pPr>
      <a:lvl9pPr marL="18288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9pPr>
    </p:titleStyle>
    <p:bodyStyle>
      <a:lvl1pPr marL="342900" indent="-342900" algn="l" defTabSz="728980" rtl="0" eaLnBrk="0" fontAlgn="base" hangingPunct="0">
        <a:lnSpc>
          <a:spcPct val="95000"/>
        </a:lnSpc>
        <a:spcBef>
          <a:spcPct val="95000"/>
        </a:spcBef>
        <a:spcAft>
          <a:spcPct val="0"/>
        </a:spcAft>
        <a:buClr>
          <a:schemeClr val="tx1"/>
        </a:buClr>
        <a:buSzPct val="120000"/>
        <a:buFont typeface="Wingdings" panose="05000000000000000000" pitchFamily="2" charset="2"/>
        <a:buChar char="•"/>
        <a:defRPr sz="1400" b="1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1pPr>
      <a:lvl2pPr marL="1905" indent="455930" algn="l" defTabSz="728980" rtl="0" eaLnBrk="0" fontAlgn="base" hangingPunct="0">
        <a:lnSpc>
          <a:spcPct val="95000"/>
        </a:lnSpc>
        <a:spcBef>
          <a:spcPct val="36000"/>
        </a:spcBef>
        <a:spcAft>
          <a:spcPct val="0"/>
        </a:spcAft>
        <a:buClr>
          <a:schemeClr val="tx1"/>
        </a:buClr>
        <a:buSzPct val="120000"/>
        <a:buChar char="–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2pPr>
      <a:lvl3pPr marL="228600" indent="-22542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n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3pPr>
      <a:lvl4pPr marL="466725" indent="-23685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4pPr>
      <a:lvl5pPr marL="706755" indent="-23812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5pPr>
      <a:lvl6pPr marL="11639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6pPr>
      <a:lvl7pPr marL="16211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7pPr>
      <a:lvl8pPr marL="20783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8pPr>
      <a:lvl9pPr marL="25355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"/>
          <p:cNvSpPr txBox="1">
            <a:spLocks noChangeArrowheads="1"/>
          </p:cNvSpPr>
          <p:nvPr/>
        </p:nvSpPr>
        <p:spPr bwMode="auto">
          <a:xfrm>
            <a:off x="449263" y="3290888"/>
            <a:ext cx="8237537" cy="380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5000"/>
              </a:lnSpc>
              <a:buClr>
                <a:schemeClr val="bg1"/>
              </a:buClr>
              <a:defRPr/>
            </a:pPr>
            <a:r>
              <a:rPr lang="en-US" altLang="zh-TW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How to write a </a:t>
            </a:r>
            <a:r>
              <a:rPr lang="en-US" altLang="zh-TW" sz="2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testcase</a:t>
            </a:r>
            <a:endParaRPr lang="en-US" altLang="zh-TW" sz="2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440470" y="4154488"/>
            <a:ext cx="8237537" cy="236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5000"/>
              </a:lnSpc>
              <a:buClr>
                <a:schemeClr val="bg1"/>
              </a:buClr>
              <a:defRPr/>
            </a:pP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2016-6-27</a:t>
            </a:r>
            <a:endParaRPr lang="en-US" altLang="zh-TW" sz="160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Text Box: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Agenda</a:t>
            </a:r>
            <a:endParaRPr lang="en-US" altLang="zh-TW" dirty="0" smtClean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123" name="Slide Number Placeholder 2" descr="&lt;tags&gt;&lt;tag n=&quot;TagName&quot; v=&quot;Slide Number Placeholder 2&quot; /&gt;&lt;tag n=&quot;Top&quot; v=&quot;498&quot; /&gt;&lt;tag n=&quot;Left&quot; v=&quot;546.25&quot; /&gt;&lt;tag n=&quot;Height&quot; v=&quot;28.12504&quot; /&gt;&lt;tag n=&quot;Width&quot; v=&quot;138.25&quot; /&gt;&lt;/tags&gt;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B8E11BA-20AF-4759-A8D8-431E5A4CA8F7}" type="slidenum">
              <a:rPr lang="ja-JP" altLang="en-US" smtClean="0">
                <a:latin typeface="Arial" panose="020B0604020202020204" pitchFamily="34" charset="0"/>
              </a:rPr>
            </a:fld>
            <a:endParaRPr lang="en-US" altLang="ja-JP" smtClean="0">
              <a:latin typeface="Arial" panose="020B0604020202020204" pitchFamily="34" charset="0"/>
            </a:endParaRPr>
          </a:p>
        </p:txBody>
      </p:sp>
      <p:sp>
        <p:nvSpPr>
          <p:cNvPr id="5124" name="Text Placeholder 5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276350"/>
            <a:ext cx="8245475" cy="5219700"/>
          </a:xfrm>
        </p:spPr>
        <p:txBody>
          <a:bodyPr/>
          <a:lstStyle/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Test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 Test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Bench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 command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List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C test + SV test</a:t>
            </a:r>
            <a:endParaRPr kumimoji="0"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Pure SV 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kumimoji="0" lang="en-US" altLang="zh-C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Pure </a:t>
            </a:r>
            <a:r>
              <a:rPr kumimoji="0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kumimoji="0"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0E6603-AD61-4DFA-AD0B-9996C81BA901}" type="slidenum">
              <a:rPr lang="ja-JP" altLang="en-US" smtClean="0"/>
            </a:fld>
            <a:endParaRPr lang="en-US" altLang="ja-JP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533" y="2171266"/>
            <a:ext cx="4882709" cy="308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Base Tests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base_test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例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化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生成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top 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cfg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get, set interface, 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控制系统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提供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write_reg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read_reg</a:t>
            </a: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mcu_test</a:t>
            </a:r>
            <a:endParaRPr kumimoji="0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Base Test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加上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wait4cpu_finish</a:t>
            </a: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为</a:t>
            </a:r>
            <a:r>
              <a:rPr kumimoji="0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，从而等待</a:t>
            </a:r>
            <a:r>
              <a:rPr kumimoji="0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结束配合</a:t>
            </a:r>
            <a:r>
              <a:rPr kumimoji="0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仿真</a:t>
            </a:r>
            <a:endParaRPr kumimoji="0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smoke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_test</a:t>
            </a:r>
            <a:endParaRPr kumimoji="0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基本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可以用来测试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rtl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testbench</a:t>
            </a: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没有</a:t>
            </a:r>
            <a:r>
              <a:rPr kumimoji="0" lang="en-US" altLang="zh-CN" sz="1600" smtClean="0">
                <a:latin typeface="Arial" panose="020B0604020202020204" pitchFamily="34" charset="0"/>
                <a:cs typeface="Arial" panose="020B0604020202020204" pitchFamily="34" charset="0"/>
              </a:rPr>
              <a:t>compile error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提供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write_reg</a:t>
            </a: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kumimoji="0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read_reg</a:t>
            </a:r>
            <a:r>
              <a:rPr kumimoji="0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使用范例</a:t>
            </a:r>
            <a:endParaRPr kumimoji="0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0E6603-AD61-4DFA-AD0B-9996C81BA901}" type="slidenum">
              <a:rPr lang="ja-JP" altLang="en-US" smtClean="0"/>
            </a:fld>
            <a:endParaRPr lang="en-US" altLang="ja-J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建目录</a:t>
            </a:r>
            <a:endParaRPr kumimoji="0" lang="en-US" altLang="zh-CN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driver, 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减少</a:t>
            </a:r>
            <a:r>
              <a:rPr kumimoji="0"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直接操作寄存器</a:t>
            </a:r>
            <a:r>
              <a:rPr kumimoji="0"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提高代码可移植性</a:t>
            </a:r>
            <a:endParaRPr kumimoji="0" lang="en-US" altLang="zh-CN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None/>
            </a:pPr>
            <a:endParaRPr kumimoji="0" lang="en-US" altLang="zh-CN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19" y="2897331"/>
            <a:ext cx="6183039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 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81" y="2248967"/>
            <a:ext cx="5883273" cy="3060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954" y="2747396"/>
            <a:ext cx="5335443" cy="366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Test Driver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示例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header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</a:t>
            </a: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kumimoji="0" lang="en-US" altLang="zh-CN" sz="1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common.h</a:t>
            </a:r>
            <a:endParaRPr kumimoji="0" lang="en-US" altLang="zh-CN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defines 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定义在</a:t>
            </a: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kumimoji="0"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endParaRPr kumimoji="0"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endParaRPr kumimoji="0" lang="en-US" altLang="zh-CN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" y="2543175"/>
            <a:ext cx="7762875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新建的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Test driver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加入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Makefile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objs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函数头格式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int32_t xxx(int32_t arg1…)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所有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 Test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要有返回值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TEST_PASS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TEST_FAIL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TEST_UNFINISHED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049" y="2275609"/>
            <a:ext cx="5314690" cy="422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格式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85" y="894919"/>
            <a:ext cx="676491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3270969"/>
            <a:ext cx="6391275" cy="3006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文件中申明所有的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 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按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建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目录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package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封装所有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testcase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带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 case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仿真时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相应的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case extend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mcu_test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pure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case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仿真时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case extend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base_test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540" y="3667991"/>
            <a:ext cx="4231237" cy="1477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SV 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767" y="3386569"/>
            <a:ext cx="6016577" cy="2089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smoke_test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extend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base_test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ir_nec_mode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extend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mcu_test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矩形 2"/>
          <p:cNvSpPr/>
          <p:nvPr/>
        </p:nvSpPr>
        <p:spPr>
          <a:xfrm>
            <a:off x="301337" y="1267999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 descr="&lt;tags&gt;&lt;tag n=&quot;Linked&quot; v=&quot;True&quot; /&gt;&lt;/tags&gt;"/>
          <p:cNvSpPr txBox="1"/>
          <p:nvPr/>
        </p:nvSpPr>
        <p:spPr>
          <a:xfrm>
            <a:off x="415636" y="1257027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在</a:t>
            </a:r>
            <a:r>
              <a:rPr lang="en-US" altLang="zh-CN" sz="1800" kern="0" dirty="0" err="1">
                <a:latin typeface="Arial" panose="020B0604020202020204" pitchFamily="34" charset="0"/>
                <a:cs typeface="Arial" panose="020B0604020202020204" pitchFamily="34" charset="0"/>
              </a:rPr>
              <a:t>xx_testcase.svh</a:t>
            </a:r>
            <a:r>
              <a:rPr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中加入新建的</a:t>
            </a:r>
            <a:r>
              <a:rPr lang="en-US" altLang="zh-CN" sz="1800" kern="0" dirty="0" err="1">
                <a:latin typeface="Arial" panose="020B0604020202020204" pitchFamily="34" charset="0"/>
                <a:cs typeface="Arial" panose="020B0604020202020204" pitchFamily="34" charset="0"/>
              </a:rPr>
              <a:t>testcase</a:t>
            </a:r>
            <a:endParaRPr lang="en-US" altLang="zh-CN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kern="0" dirty="0" err="1">
                <a:latin typeface="Arial" panose="020B0604020202020204" pitchFamily="34" charset="0"/>
                <a:cs typeface="Arial" panose="020B0604020202020204" pitchFamily="34" charset="0"/>
              </a:rPr>
              <a:t>tc_pkg</a:t>
            </a:r>
            <a:r>
              <a:rPr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r>
              <a:rPr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include </a:t>
            </a:r>
            <a:r>
              <a:rPr lang="en-US" altLang="zh-CN" sz="1800" kern="0" dirty="0" err="1">
                <a:latin typeface="Arial" panose="020B0604020202020204" pitchFamily="34" charset="0"/>
                <a:cs typeface="Arial" panose="020B0604020202020204" pitchFamily="34" charset="0"/>
              </a:rPr>
              <a:t>xx_testcase.svh</a:t>
            </a:r>
            <a:endParaRPr lang="en-US" altLang="zh-CN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32" y="3397827"/>
            <a:ext cx="5095285" cy="278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113" y="2349494"/>
            <a:ext cx="5164663" cy="26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不</a:t>
            </a:r>
            <a:r>
              <a:rPr kumimoji="0"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支持</a:t>
            </a:r>
            <a:r>
              <a:rPr kumimoji="0" lang="en-US" altLang="zh-CN" sz="1800" kern="0" dirty="0" err="1">
                <a:latin typeface="Arial" panose="020B0604020202020204" pitchFamily="34" charset="0"/>
                <a:cs typeface="Arial" panose="020B0604020202020204" pitchFamily="34" charset="0"/>
              </a:rPr>
              <a:t>testcase</a:t>
            </a:r>
            <a:r>
              <a:rPr kumimoji="0"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使用</a:t>
            </a: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hierarchy</a:t>
            </a:r>
            <a:r>
              <a:rPr kumimoji="0"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访问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对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信号的访问通过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实现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定义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	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在上一层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中例化</a:t>
            </a:r>
            <a:endParaRPr kumimoji="0" lang="en-US" altLang="zh-CN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connect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文件中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与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信号连接</a:t>
            </a:r>
            <a:endParaRPr kumimoji="0" lang="en-US" altLang="zh-CN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testcase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中通过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virtual interface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访问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通过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kumimoji="0"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访问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信号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45" y="4449907"/>
            <a:ext cx="5373936" cy="1223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58" y="2399869"/>
            <a:ext cx="4153152" cy="2504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93" y="2838882"/>
            <a:ext cx="4665395" cy="352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 descr="&lt;tags&gt;&lt;tag n=&quot;Linked&quot; v=&quot;True&quot; /&gt;&lt;/tags&gt;"/>
          <p:cNvSpPr txBox="1"/>
          <p:nvPr/>
        </p:nvSpPr>
        <p:spPr>
          <a:xfrm>
            <a:off x="321931" y="1265528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定义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interface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dbb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中例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化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ir</a:t>
            </a: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connect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文件中连接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信号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如果需要用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Macro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定义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hierarchy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top_macros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里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最后在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top_connect.v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2" y="2896466"/>
            <a:ext cx="8105775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0" y="3299547"/>
            <a:ext cx="737235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get virtual interface in base 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testcase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驱动或观察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信号时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通过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virtual interface</a:t>
            </a:r>
            <a:r>
              <a:rPr kumimoji="0"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进行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Build Agent if needed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使用脚本生成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uvm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agt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zh-CN" sz="1800" kern="0" dirty="0" err="1">
                <a:latin typeface="Arial" panose="020B0604020202020204" pitchFamily="34" charset="0"/>
                <a:cs typeface="Arial" panose="020B0604020202020204" pitchFamily="34" charset="0"/>
              </a:rPr>
              <a:t>uvm_agt_gen</a:t>
            </a: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–name XXX</a:t>
            </a:r>
            <a:endParaRPr kumimoji="0" lang="en-US" altLang="zh-CN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Agent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采用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package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封装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集成到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bench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671" y="3075709"/>
            <a:ext cx="2846092" cy="2606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/sub/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下创建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目录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使用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uvm_agt_gen.pl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生成全部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相关文件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完成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的代码编写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/connect/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下创建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user_connect.sv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文件实现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user_if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的连接，并在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top_connect.sv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include user_connect.sv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文件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err="1">
                <a:latin typeface="Arial" panose="020B0604020202020204" pitchFamily="34" charset="0"/>
                <a:cs typeface="Arial" panose="020B0604020202020204" pitchFamily="34" charset="0"/>
              </a:rPr>
              <a:t>dbb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_env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中创建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user_agt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，包括：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）定义；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；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cfg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；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get 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sqr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err="1">
                <a:latin typeface="Arial" panose="020B0604020202020204" pitchFamily="34" charset="0"/>
                <a:cs typeface="Arial" panose="020B0604020202020204" pitchFamily="34" charset="0"/>
              </a:rPr>
              <a:t>dbb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_vsqr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中增加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user_sqr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err="1">
                <a:latin typeface="Arial" panose="020B0604020202020204" pitchFamily="34" charset="0"/>
                <a:cs typeface="Arial" panose="020B0604020202020204" pitchFamily="34" charset="0"/>
              </a:rPr>
              <a:t>dbb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_cfg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中增加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user_cfg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dbb_if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中增加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user_if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err="1">
                <a:latin typeface="Arial" panose="020B0604020202020204" pitchFamily="34" charset="0"/>
                <a:cs typeface="Arial" panose="020B0604020202020204" pitchFamily="34" charset="0"/>
              </a:rPr>
              <a:t>dbb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_pkg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user_pkg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file list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中增加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user_pkg.sv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base_test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中进行相应的</a:t>
            </a:r>
            <a:r>
              <a:rPr kumimoji="0" lang="en-US" altLang="zh-CN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  <a:r>
              <a:rPr kumimoji="0" lang="zh-CN" altLang="en-US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配置</a:t>
            </a: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endParaRPr kumimoji="0" lang="en-US" altLang="zh-CN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449263" y="501623"/>
            <a:ext cx="7219950" cy="350865"/>
          </a:xfrm>
          <a:prstGeom prst="rect">
            <a:avLst/>
          </a:prstGeom>
        </p:spPr>
        <p:txBody>
          <a:bodyPr/>
          <a:lstStyle>
            <a:lvl1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PMingLiU" charset="0"/>
              </a:defRPr>
            </a:lvl2pPr>
            <a:lvl3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PMingLiU" charset="0"/>
              </a:defRPr>
            </a:lvl3pPr>
            <a:lvl4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PMingLiU" charset="0"/>
              </a:defRPr>
            </a:lvl4pPr>
            <a:lvl5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PMingLiU" charset="0"/>
              </a:defRPr>
            </a:lvl5pPr>
            <a:lvl6pPr marL="457200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redit Suisse Type Roman" pitchFamily="34" charset="0"/>
              </a:defRPr>
            </a:lvl6pPr>
            <a:lvl7pPr marL="914400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redit Suisse Type Roman" pitchFamily="34" charset="0"/>
              </a:defRPr>
            </a:lvl7pPr>
            <a:lvl8pPr marL="1371600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redit Suisse Type Roman" pitchFamily="34" charset="0"/>
              </a:defRPr>
            </a:lvl8pPr>
            <a:lvl9pPr marL="1828800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redit Suisse Type Roman" pitchFamily="34" charset="0"/>
              </a:defRPr>
            </a:lvl9pPr>
          </a:lstStyle>
          <a:p>
            <a:r>
              <a:rPr lang="en-US" altLang="zh-CN" kern="0" smtClean="0"/>
              <a:t>USER AGENT – </a:t>
            </a:r>
            <a:r>
              <a:rPr lang="zh-CN" altLang="en-US" kern="0" smtClean="0"/>
              <a:t>创建和使用</a:t>
            </a:r>
            <a:endParaRPr lang="zh-CN" altLang="en-US" kern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9263" y="501623"/>
            <a:ext cx="7219950" cy="350865"/>
          </a:xfrm>
        </p:spPr>
        <p:txBody>
          <a:bodyPr/>
          <a:lstStyle/>
          <a:p>
            <a:r>
              <a:rPr lang="en-US" altLang="zh-CN" dirty="0" smtClean="0"/>
              <a:t>USER AGENT – </a:t>
            </a:r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0E6603-AD61-4DFA-AD0B-9996C81BA901}" type="slidenum">
              <a:rPr lang="ja-JP" altLang="en-US" smtClean="0"/>
            </a:fld>
            <a:endParaRPr lang="en-US" altLang="ja-JP"/>
          </a:p>
        </p:txBody>
      </p:sp>
      <p:sp>
        <p:nvSpPr>
          <p:cNvPr id="5" name="Text Placeholder 5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276350"/>
            <a:ext cx="8219952" cy="5219700"/>
          </a:xfrm>
        </p:spPr>
        <p:txBody>
          <a:bodyPr/>
          <a:lstStyle/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原则上使用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cfg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来传递所有配置，通常至少应包括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endParaRPr kumimoji="0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agent activity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monitor enable</a:t>
            </a:r>
            <a:endParaRPr kumimoji="0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请设置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agent active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开关以兼容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top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测试。当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为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时，驱动所需要的内部信号；当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为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passive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时，仅检测所需要的内部信号，保证内部信号被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正常驱动。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/sub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下新建目录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需要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flist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0"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进来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如增加了</a:t>
            </a: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>
                <a:latin typeface="Arial" panose="020B0604020202020204" pitchFamily="34" charset="0"/>
                <a:cs typeface="Arial" panose="020B0604020202020204" pitchFamily="34" charset="0"/>
              </a:rPr>
              <a:t>agt</a:t>
            </a: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或者增加了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627" y="2670897"/>
            <a:ext cx="53340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File </a:t>
            </a:r>
            <a:r>
              <a:rPr kumimoji="0" lang="en-US" altLang="zh-CN" sz="1800" kern="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kumimoji="0" lang="zh-CN" altLang="en-US" sz="1800" kern="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增加路</a:t>
            </a:r>
            <a:r>
              <a:rPr kumimoji="0" lang="zh-CN" altLang="en-US" sz="1800" kern="0" dirty="0" smtClean="0">
                <a:latin typeface="宋体" panose="02010600030101010101" pitchFamily="2" charset="-122"/>
                <a:ea typeface="宋体" panose="02010600030101010101" pitchFamily="2" charset="-122"/>
                <a:cs typeface="Segoe UI" panose="020B0502040204020203" pitchFamily="34" charset="0"/>
              </a:rPr>
              <a:t>径</a:t>
            </a:r>
            <a:r>
              <a:rPr kumimoji="0" lang="zh-CN" altLang="en-US" sz="1800" kern="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示例</a:t>
            </a:r>
            <a:endParaRPr kumimoji="0" lang="en-US" altLang="zh-CN" sz="1800" kern="0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TWO_NODES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USE_I2C_VIP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RDA5856E_DBB0, CPU0, APB_PER0 …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Macros &amp; Defines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如果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较多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agt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目录下中定义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macro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文件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并在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top_macros.sv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进来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2351377"/>
            <a:ext cx="5276850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579" y="4248150"/>
            <a:ext cx="45529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Run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testcase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rundv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ctest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=xxx test=xxx 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rundv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test=xxx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rundv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ctest0=xxx ctest1=xxx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rundv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test=xxx USE_I2C_VIP=1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rundv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-help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Add to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rclist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注意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vdir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cdir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相同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c case,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cdir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相同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相同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bench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环境（相同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vdir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相同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endParaRPr kumimoji="0" lang="en-US" altLang="zh-CN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Example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alias=scu_tc0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cdir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scu_mailbox_cdir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vdir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scu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ctest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scu_mailbox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test=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scu_mailbox_test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alias=scu_tc1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cdir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scu_wkup_cdir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vdir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scu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ctest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scu_wkup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test=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mcu_test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3075709" y="2774373"/>
            <a:ext cx="5619029" cy="3721676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None/>
            </a:pPr>
            <a:r>
              <a:rPr kumimoji="0" lang="en-US" altLang="zh-CN" sz="4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r>
              <a:rPr kumimoji="0" lang="zh-CN" altLang="en-US" sz="4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！</a:t>
            </a:r>
            <a:endParaRPr kumimoji="0" lang="en-US" altLang="zh-CN" sz="4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GS" val="&lt;tags&gt;&lt;tag n=&quot;id&quot; v=&quot;2&quot; /&gt;&lt;tag n=&quot;name&quot; v=&quot;CoverPageNoImage&quot; /&gt;&lt;/tags&gt;"/>
</p:tagLst>
</file>

<file path=ppt/tags/tag2.xml><?xml version="1.0" encoding="utf-8"?>
<p:tagLst xmlns:p="http://schemas.openxmlformats.org/presentationml/2006/main">
  <p:tag name="FDSMENUDOCLEVELBTNSTATES" val="&lt;btnStates&gt;&lt;btn tag=&quot;1001&quot; state=&quot;UP&quot;/&gt;&lt;/btnStates&gt;&#10;"/>
  <p:tag name="TAGS" val="&lt;tags&gt;&lt;tag n=&quot;ColorScheme&quot; v=&quot;0&quot; /&gt;&lt;tag n=&quot;FssSaveTime&quot; v=&quot;00:00:00&quot; /&gt;&lt;tag n=&quot;FssPath&quot; v=&quot;&quot; /&gt;&lt;tag n=&quot;FssId&quot; v=&quot;&quot; /&gt;&lt;tag n=&quot;FssVersion&quot; v=&quot;&quot; /&gt;&lt;tag n=&quot;Disclaimers&quot; v=&quot;&quot; /&gt;&lt;tag n=&quot;Language&quot; v=&quot;ENG&quot; /&gt;&lt;tag n=&quot;DatePrefix&quot; v=&quot;True&quot; /&gt;&lt;tag n=&quot;Date&quot; v=&quot;August 2012&quot; /&gt;&lt;tag n=&quot;OrgPrefix&quot; v=&quot;True&quot; /&gt;&lt;tag n=&quot;OrgUnit&quot; v=&quot;&quot; /&gt;&lt;tag n=&quot;ProdPrefix&quot; v=&quot;True&quot; /&gt;&lt;tag n=&quot;ProducedBy&quot; v=&quot;&quot; /&gt;&lt;tag n=&quot;DisclaimerVer&quot; v=&quot;4.0.21.0&quot; /&gt;&lt;tag n=&quot;Confidential&quot; v=&quot;False&quot; /&gt;&lt;tag n=&quot;Draft&quot; v=&quot;False&quot; /&gt;&lt;tag n=&quot;Internal&quot; v=&quot;False&quot; /&gt;&lt;tag n=&quot;HasFilename&quot; v=&quot;True&quot; /&gt;&lt;tag n=&quot;HasDate&quot; v=&quot;True&quot; /&gt;&lt;tag n=&quot;HasTime&quot; v=&quot;True&quot; /&gt;&lt;tag n=&quot;XlPalette&quot; v=&quot;6830080,16711680,9001765,12948158,4103412,16048295,11769976,9816998,0,10373522,12370376,15584108,5362431,5155178,12370376,12370376,9001765,8291985,2952861,15584108,10373522,12370376,5155178,4103412,11769976,7501278,16048295,12948158,9159928,9816998,8248831,2541567,9159928,12115395,14202579,16313028,11720699,13746866,11069951,11974635,6664438,7453320,15848841,7501278,4274370,16777215,2541567,16777215,14409699,11627944,15725045,16777215,2952861,8248831,10133930,8291985&quot; /&gt;&lt;/tags&gt;"/>
</p:tagLst>
</file>

<file path=ppt/theme/theme1.xml><?xml version="1.0" encoding="utf-8"?>
<a:theme xmlns:a="http://schemas.openxmlformats.org/drawingml/2006/main" name="FlysheetAndBody">
  <a:themeElements>
    <a:clrScheme name="FlysheetAndBody 1">
      <a:dk1>
        <a:srgbClr val="000000"/>
      </a:dk1>
      <a:lt1>
        <a:srgbClr val="FFFFFF"/>
      </a:lt1>
      <a:dk2>
        <a:srgbClr val="7898B3"/>
      </a:dk2>
      <a:lt2>
        <a:srgbClr val="C8C1BC"/>
      </a:lt2>
      <a:accent1>
        <a:srgbClr val="255B89"/>
      </a:accent1>
      <a:accent2>
        <a:srgbClr val="91867E"/>
      </a:accent2>
      <a:accent3>
        <a:srgbClr val="FFFFFF"/>
      </a:accent3>
      <a:accent4>
        <a:srgbClr val="000000"/>
      </a:accent4>
      <a:accent5>
        <a:srgbClr val="ACB5C4"/>
      </a:accent5>
      <a:accent6>
        <a:srgbClr val="837972"/>
      </a:accent6>
      <a:hlink>
        <a:srgbClr val="9D0E2D"/>
      </a:hlink>
      <a:folHlink>
        <a:srgbClr val="6CCBED"/>
      </a:folHlink>
    </a:clrScheme>
    <a:fontScheme name="FlysheetAndBody">
      <a:majorFont>
        <a:latin typeface="Credit Suisse Type Roman"/>
        <a:ea typeface=""/>
        <a:cs typeface=""/>
      </a:majorFont>
      <a:minorFont>
        <a:latin typeface="Credit Suisse Type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97E4FF">
                <a:alpha val="71999"/>
              </a:srgbClr>
            </a:gs>
            <a:gs pos="100000">
              <a:schemeClr val="bg1">
                <a:alpha val="65999"/>
              </a:schemeClr>
            </a:gs>
          </a:gsLst>
          <a:lin ang="0" scaled="1"/>
        </a:gradFill>
        <a:ln w="9525">
          <a:noFill/>
          <a:miter lim="800000"/>
        </a:ln>
      </a:spPr>
      <a:bodyPr wrap="none" lIns="46800" tIns="64800" rIns="46800" bIns="64800" anchor="ctr"/>
      <a:lstStyle>
        <a:defPPr algn="ctr" defTabSz="728980">
          <a:lnSpc>
            <a:spcPct val="95000"/>
          </a:lnSpc>
          <a:buClr>
            <a:schemeClr val="bg1"/>
          </a:buClr>
          <a:tabLst>
            <a:tab pos="4286250" algn="l"/>
          </a:tabLst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46800" tIns="64800" rIns="46800" bIns="64800" numCol="1" anchor="ctr" anchorCtr="0" compatLnSpc="1"/>
      <a:lstStyle>
        <a:defPPr marL="0" marR="0" indent="0" algn="ctr" defTabSz="72898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bg1"/>
          </a:buClr>
          <a:buSzTx/>
          <a:buFontTx/>
          <a:buNone/>
          <a:tabLst>
            <a:tab pos="428625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redit Suisse Type Roman" pitchFamily="34" charset="0"/>
          </a:defRPr>
        </a:defPPr>
      </a:lstStyle>
    </a:lnDef>
  </a:objectDefaults>
  <a:extraClrSchemeLst>
    <a:extraClrScheme>
      <a:clrScheme name="FlysheetAndBody 1">
        <a:dk1>
          <a:srgbClr val="000000"/>
        </a:dk1>
        <a:lt1>
          <a:srgbClr val="FFFFFF"/>
        </a:lt1>
        <a:dk2>
          <a:srgbClr val="7898B3"/>
        </a:dk2>
        <a:lt2>
          <a:srgbClr val="C8C1BC"/>
        </a:lt2>
        <a:accent1>
          <a:srgbClr val="255B89"/>
        </a:accent1>
        <a:accent2>
          <a:srgbClr val="91867E"/>
        </a:accent2>
        <a:accent3>
          <a:srgbClr val="FFFFFF"/>
        </a:accent3>
        <a:accent4>
          <a:srgbClr val="000000"/>
        </a:accent4>
        <a:accent5>
          <a:srgbClr val="ACB5C4"/>
        </a:accent5>
        <a:accent6>
          <a:srgbClr val="837972"/>
        </a:accent6>
        <a:hlink>
          <a:srgbClr val="9D0E2D"/>
        </a:hlink>
        <a:folHlink>
          <a:srgbClr val="6CCBE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2403</Words>
  <Application>WPS 演示</Application>
  <PresentationFormat>全屏显示(4:3)</PresentationFormat>
  <Paragraphs>212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Credit Suisse Type Roman</vt:lpstr>
      <vt:lpstr>Segoe Print</vt:lpstr>
      <vt:lpstr>PMingLiU</vt:lpstr>
      <vt:lpstr>MingLiU-ExtB</vt:lpstr>
      <vt:lpstr>Arial</vt:lpstr>
      <vt:lpstr>MS PGothic</vt:lpstr>
      <vt:lpstr>PMingLiU</vt:lpstr>
      <vt:lpstr>Times New Roman</vt:lpstr>
      <vt:lpstr>微软雅黑</vt:lpstr>
      <vt:lpstr>Arial Unicode MS</vt:lpstr>
      <vt:lpstr>Segoe UI</vt:lpstr>
      <vt:lpstr>FlysheetAndBody</vt:lpstr>
      <vt:lpstr>PowerPoint 演示文稿</vt:lpstr>
      <vt:lpstr>Agenda</vt:lpstr>
      <vt:lpstr>Overview</vt:lpstr>
      <vt:lpstr>Base Tests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USER AGENT – 注意事项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Credit Suisse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Law, Cindy (VLQC)</dc:creator>
  <cp:lastModifiedBy>PC</cp:lastModifiedBy>
  <cp:revision>903</cp:revision>
  <cp:lastPrinted>2013-03-23T22:25:00Z</cp:lastPrinted>
  <dcterms:created xsi:type="dcterms:W3CDTF">2007-02-26T19:27:00Z</dcterms:created>
  <dcterms:modified xsi:type="dcterms:W3CDTF">2025-09-25T22:58:42Z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Type">
    <vt:i4>5</vt:i4>
  </property>
  <property fmtid="{D5CDD505-2E9C-101B-9397-08002B2CF9AE}" pid="3" name="ICV">
    <vt:lpwstr>4B97FF2B189C4834875ED17BBB43FB00_13</vt:lpwstr>
  </property>
  <property fmtid="{D5CDD505-2E9C-101B-9397-08002B2CF9AE}" pid="4" name="KSOProductBuildVer">
    <vt:lpwstr>2052-12.1.0.22529</vt:lpwstr>
  </property>
</Properties>
</file>