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1039" r:id="rId3"/>
    <p:sldId id="1049" r:id="rId5"/>
    <p:sldId id="1069" r:id="rId6"/>
    <p:sldId id="1074" r:id="rId7"/>
    <p:sldId id="1070" r:id="rId8"/>
    <p:sldId id="1075" r:id="rId9"/>
    <p:sldId id="1050" r:id="rId10"/>
    <p:sldId id="1076" r:id="rId11"/>
  </p:sldIdLst>
  <p:sldSz cx="9144000" cy="6858000" type="screen4x3"/>
  <p:notesSz cx="6797675" cy="9928225"/>
  <p:custDataLst>
    <p:tags r:id="rId1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1" userDrawn="1">
          <p15:clr>
            <a:srgbClr val="A4A3A4"/>
          </p15:clr>
        </p15:guide>
        <p15:guide id="2" orient="horz" pos="2066" userDrawn="1">
          <p15:clr>
            <a:srgbClr val="A4A3A4"/>
          </p15:clr>
        </p15:guide>
        <p15:guide id="3" orient="horz" pos="622" userDrawn="1">
          <p15:clr>
            <a:srgbClr val="A4A3A4"/>
          </p15:clr>
        </p15:guide>
        <p15:guide id="4" orient="horz" pos="1078" userDrawn="1">
          <p15:clr>
            <a:srgbClr val="A4A3A4"/>
          </p15:clr>
        </p15:guide>
        <p15:guide id="5" orient="horz" pos="4148" userDrawn="1">
          <p15:clr>
            <a:srgbClr val="A4A3A4"/>
          </p15:clr>
        </p15:guide>
        <p15:guide id="6" orient="horz" pos="3949" userDrawn="1">
          <p15:clr>
            <a:srgbClr val="A4A3A4"/>
          </p15:clr>
        </p15:guide>
        <p15:guide id="7" orient="horz" pos="3187" userDrawn="1">
          <p15:clr>
            <a:srgbClr val="A4A3A4"/>
          </p15:clr>
        </p15:guide>
        <p15:guide id="8" orient="horz" pos="2274" userDrawn="1">
          <p15:clr>
            <a:srgbClr val="A4A3A4"/>
          </p15:clr>
        </p15:guide>
        <p15:guide id="9" pos="2880" userDrawn="1">
          <p15:clr>
            <a:srgbClr val="A4A3A4"/>
          </p15:clr>
        </p15:guide>
        <p15:guide id="10" pos="285" userDrawn="1">
          <p15:clr>
            <a:srgbClr val="A4A3A4"/>
          </p15:clr>
        </p15:guide>
        <p15:guide id="11" pos="5474" userDrawn="1">
          <p15:clr>
            <a:srgbClr val="A4A3A4"/>
          </p15:clr>
        </p15:guide>
        <p15:guide id="12" pos="2804" userDrawn="1">
          <p15:clr>
            <a:srgbClr val="A4A3A4"/>
          </p15:clr>
        </p15:guide>
        <p15:guide id="13" pos="4960" userDrawn="1">
          <p15:clr>
            <a:srgbClr val="A4A3A4"/>
          </p15:clr>
        </p15:guide>
        <p15:guide id="14" pos="2459" userDrawn="1">
          <p15:clr>
            <a:srgbClr val="A4A3A4"/>
          </p15:clr>
        </p15:guide>
        <p15:guide id="15" pos="3374" userDrawn="1">
          <p15:clr>
            <a:srgbClr val="A4A3A4"/>
          </p15:clr>
        </p15:guide>
        <p15:guide id="16" pos="5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CCFFFF"/>
    <a:srgbClr val="A2CEB4"/>
    <a:srgbClr val="AEA0D0"/>
    <a:srgbClr val="B8B8B8"/>
    <a:srgbClr val="0000FF"/>
    <a:srgbClr val="FFFF99"/>
    <a:srgbClr val="FFFFCC"/>
    <a:srgbClr val="78F8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3" autoAdjust="0"/>
    <p:restoredTop sz="86466" autoAdjust="0"/>
  </p:normalViewPr>
  <p:slideViewPr>
    <p:cSldViewPr snapToGrid="0" snapToObjects="1">
      <p:cViewPr varScale="1">
        <p:scale>
          <a:sx n="75" d="100"/>
          <a:sy n="75" d="100"/>
        </p:scale>
        <p:origin x="-2730" y="-102"/>
      </p:cViewPr>
      <p:guideLst>
        <p:guide orient="horz" pos="3361"/>
        <p:guide orient="horz" pos="2066"/>
        <p:guide orient="horz" pos="622"/>
        <p:guide orient="horz" pos="1078"/>
        <p:guide orient="horz" pos="4148"/>
        <p:guide orient="horz" pos="3949"/>
        <p:guide orient="horz" pos="3187"/>
        <p:guide orient="horz" pos="2274"/>
        <p:guide pos="2880"/>
        <p:guide pos="285"/>
        <p:guide pos="5474"/>
        <p:guide pos="2804"/>
        <p:guide pos="4960"/>
        <p:guide pos="2459"/>
        <p:guide pos="3374"/>
        <p:guide pos="52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456"/>
    </p:cViewPr>
  </p:sorterViewPr>
  <p:notesViewPr>
    <p:cSldViewPr snapToGrid="0" snapToObjects="1">
      <p:cViewPr varScale="1">
        <p:scale>
          <a:sx n="80" d="100"/>
          <a:sy n="80" d="100"/>
        </p:scale>
        <p:origin x="-750" y="-78"/>
      </p:cViewPr>
      <p:guideLst>
        <p:guide orient="horz" pos="3128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0"/>
            <a:ext cx="2946401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>
              <a:defRPr/>
            </a:pPr>
            <a:endParaRPr lang="de-CH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5875" y="0"/>
            <a:ext cx="2943225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algn="r"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>
              <a:defRPr/>
            </a:pPr>
            <a:endParaRPr lang="de-CH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474200"/>
            <a:ext cx="2946401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>
              <a:defRPr/>
            </a:pPr>
            <a:endParaRPr lang="de-CH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5875" y="9474200"/>
            <a:ext cx="2943225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algn="r" defTabSz="903605" eaLnBrk="0" hangingPunct="0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A4B05CF-7A04-41FB-BDA9-307FA3093071}" type="slidenum">
              <a:rPr lang="de-CH" altLang="zh-TW"/>
            </a:fld>
            <a:endParaRPr lang="de-CH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7863" y="4713288"/>
            <a:ext cx="5441950" cy="4468812"/>
          </a:xfrm>
          <a:prstGeom prst="rect">
            <a:avLst/>
          </a:prstGeom>
          <a:noFill/>
          <a:ln>
            <a:miter lim="800000"/>
          </a:ln>
        </p:spPr>
        <p:txBody>
          <a:bodyPr lIns="88210" tIns="44106" rIns="88210" bIns="44106"/>
          <a:lstStyle/>
          <a:p>
            <a:pPr eaLnBrk="1" hangingPunct="1"/>
            <a:endParaRPr kumimoji="0" lang="ja-JP" altLang="en-US" smtClean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175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>
            <a:miter lim="800000"/>
          </a:ln>
        </p:spPr>
        <p:txBody>
          <a:bodyPr lIns="88230" tIns="44115" rIns="88230" bIns="44115"/>
          <a:lstStyle/>
          <a:p>
            <a:endParaRPr kumimoji="0" lang="zh-TW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lientLogoHolder" descr="&lt;tags&gt;&lt;tag n=&quot;Visible&quot; v=&quot;False&quot; /&gt;&lt;/tags&gt;" hidden="1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640638" y="273050"/>
            <a:ext cx="10477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agline"/>
          <p:cNvSpPr txBox="1">
            <a:spLocks noChangeArrowheads="1"/>
          </p:cNvSpPr>
          <p:nvPr/>
        </p:nvSpPr>
        <p:spPr bwMode="auto">
          <a:xfrm rot="16200000">
            <a:off x="-3366293" y="3369468"/>
            <a:ext cx="6826250" cy="87313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lIns="0" tIns="0" rIns="0" bIns="0">
            <a:spAutoFit/>
          </a:bodyPr>
          <a:lstStyle>
            <a:lvl1pPr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1pPr>
            <a:lvl2pPr marL="495300" indent="-22733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2pPr>
            <a:lvl3pPr marL="757555" indent="-26035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3pPr>
            <a:lvl4pPr marL="1005205" indent="-24638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4pPr>
            <a:lvl5pPr marL="3129280" indent="15875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5pPr>
            <a:lvl6pPr marL="35864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6pPr>
            <a:lvl7pPr marL="40436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7pPr>
            <a:lvl8pPr marL="45008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8pPr>
            <a:lvl9pPr marL="49580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9pPr>
          </a:lstStyle>
          <a:p>
            <a:pPr eaLnBrk="1" hangingPunct="1">
              <a:lnSpc>
                <a:spcPct val="95000"/>
              </a:lnSpc>
              <a:buClr>
                <a:schemeClr val="bg1"/>
              </a:buClr>
              <a:defRPr/>
            </a:pPr>
            <a:r>
              <a:rPr lang="en-US" altLang="ja-JP" sz="600" smtClean="0">
                <a:solidFill>
                  <a:schemeClr val="bg2"/>
                </a:solidFill>
                <a:latin typeface="Arial" panose="020B0604020202020204"/>
                <a:ea typeface="MS PGothic" panose="020B0600070205080204" pitchFamily="34" charset="-128"/>
              </a:rPr>
              <a:t>Unsaved Document / 8/2/2012 / 14:58</a:t>
            </a:r>
            <a:endParaRPr lang="en-US" altLang="ja-JP" sz="600" smtClean="0">
              <a:solidFill>
                <a:schemeClr val="bg2"/>
              </a:solidFill>
              <a:latin typeface="Arial" panose="020B0604020202020204"/>
              <a:ea typeface="MS PGothic" panose="020B0600070205080204" pitchFamily="34" charset="-128"/>
            </a:endParaRPr>
          </a:p>
        </p:txBody>
      </p:sp>
      <p:sp>
        <p:nvSpPr>
          <p:cNvPr id="6" name="ClientText" descr="Text Box: Client logo" hidden="1"/>
          <p:cNvSpPr>
            <a:spLocks noChangeArrowheads="1"/>
          </p:cNvSpPr>
          <p:nvPr/>
        </p:nvSpPr>
        <p:spPr bwMode="auto">
          <a:xfrm>
            <a:off x="7696200" y="200025"/>
            <a:ext cx="990600" cy="33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lnSpc>
                <a:spcPct val="95000"/>
              </a:lnSpc>
              <a:defRPr/>
            </a:pPr>
            <a:r>
              <a:rPr lang="ja-JP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endParaRPr lang="ja-JP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7392988" y="6332538"/>
            <a:ext cx="1133475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2105" name="Title" descr="Text Box: Flysheet heading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4031719"/>
            <a:ext cx="8239125" cy="416456"/>
          </a:xfrm>
        </p:spPr>
        <p:txBody>
          <a:bodyPr bIns="36000"/>
          <a:lstStyle>
            <a:lvl1pPr>
              <a:defRPr sz="26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altLang="ja-JP" noProof="0" dirty="0" smtClean="0"/>
              <a:t>Flysheet heading</a:t>
            </a:r>
            <a:endParaRPr lang="en-US" altLang="ja-JP" noProof="0" dirty="0" smtClean="0"/>
          </a:p>
        </p:txBody>
      </p:sp>
      <p:sp>
        <p:nvSpPr>
          <p:cNvPr id="772106" name="SubTitle" descr="Text Box: Flysheet subheading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49263" y="4448175"/>
            <a:ext cx="8239125" cy="571500"/>
          </a:xfrm>
        </p:spPr>
        <p:txBody>
          <a:bodyPr bIns="36000"/>
          <a:lstStyle>
            <a:lvl1pPr>
              <a:defRPr sz="2600" b="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altLang="ja-JP" noProof="0" dirty="0" smtClean="0"/>
              <a:t>Flysheet subheading</a:t>
            </a:r>
            <a:endParaRPr lang="en-US" altLang="ja-JP" noProof="0" dirty="0" smtClean="0"/>
          </a:p>
        </p:txBody>
      </p:sp>
      <p:sp>
        <p:nvSpPr>
          <p:cNvPr id="8" name="SlideNumber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D3203-92FB-443F-98AB-EB4B1CDB416A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263" y="1476374"/>
            <a:ext cx="8245475" cy="385762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Number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0E6603-AD61-4DFA-AD0B-9996C81BA901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ber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99493-4417-43EA-B8AE-EC125AA8CA90}" type="slidenum">
              <a:rPr lang="ja-JP" altLang="en-US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2.jpe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ClientLogoHolder" descr="&lt;tags&gt;&lt;tag n=&quot;Visible&quot; v=&quot;False&quot; /&gt;&lt;/tags&gt;" hidden="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40638" y="273050"/>
            <a:ext cx="10477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SlideTitle" descr="Text Box: Title"/>
          <p:cNvSpPr>
            <a:spLocks noGrp="1" noChangeArrowheads="1"/>
          </p:cNvSpPr>
          <p:nvPr>
            <p:ph type="title"/>
          </p:nvPr>
        </p:nvSpPr>
        <p:spPr bwMode="gray">
          <a:xfrm>
            <a:off x="449263" y="504825"/>
            <a:ext cx="7219950" cy="347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b" anchorCtr="0" compatLnSpc="1">
            <a:spAutoFit/>
          </a:bodyPr>
          <a:lstStyle/>
          <a:p>
            <a:pPr lvl="0"/>
            <a:r>
              <a:rPr lang="en-US" altLang="ja-JP" dirty="0" smtClean="0"/>
              <a:t>Title</a:t>
            </a:r>
            <a:endParaRPr lang="en-US" altLang="ja-JP" dirty="0" smtClean="0"/>
          </a:p>
        </p:txBody>
      </p:sp>
      <p:sp>
        <p:nvSpPr>
          <p:cNvPr id="1028" name="BasicText" descr="&lt;tags&gt;&lt;tag n=&quot;Linked&quot; v=&quot;True&quot; /&gt;&lt;/tags&gt;"/>
          <p:cNvSpPr>
            <a:spLocks noGrp="1" noChangeArrowheads="1"/>
          </p:cNvSpPr>
          <p:nvPr>
            <p:ph type="body" idx="1"/>
          </p:nvPr>
        </p:nvSpPr>
        <p:spPr bwMode="gray">
          <a:xfrm>
            <a:off x="449263" y="1533525"/>
            <a:ext cx="8245475" cy="3800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en-US" altLang="ja-JP" smtClean="0"/>
              <a:t>Subheading</a:t>
            </a:r>
            <a:endParaRPr lang="en-US" altLang="ja-JP" smtClean="0"/>
          </a:p>
          <a:p>
            <a:pPr lvl="1"/>
            <a:r>
              <a:rPr lang="en-US" altLang="ja-JP" smtClean="0"/>
              <a:t>Basic text</a:t>
            </a:r>
            <a:endParaRPr lang="en-US" altLang="ja-JP" smtClean="0"/>
          </a:p>
          <a:p>
            <a:pPr lvl="2"/>
            <a:r>
              <a:rPr lang="en-US" altLang="ja-JP" smtClean="0"/>
              <a:t>Bullet level one</a:t>
            </a:r>
            <a:endParaRPr lang="en-US" altLang="ja-JP" smtClean="0"/>
          </a:p>
          <a:p>
            <a:pPr lvl="3"/>
            <a:r>
              <a:rPr lang="en-US" altLang="ja-JP" smtClean="0"/>
              <a:t>Bullet level two</a:t>
            </a:r>
            <a:endParaRPr lang="en-US" altLang="ja-JP" smtClean="0"/>
          </a:p>
          <a:p>
            <a:pPr lvl="4"/>
            <a:r>
              <a:rPr lang="en-US" altLang="ja-JP" smtClean="0"/>
              <a:t>Bullet level three</a:t>
            </a:r>
            <a:endParaRPr lang="en-US" altLang="ja-JP" smtClean="0"/>
          </a:p>
        </p:txBody>
      </p:sp>
      <p:sp>
        <p:nvSpPr>
          <p:cNvPr id="771199" name="DraftAndConfidential" descr="&lt;tags&gt;&lt;tag n=&quot;Language&quot; v=&quot;ENG&quot; /&gt;&lt;/tags&gt;" hidden="1"/>
          <p:cNvSpPr txBox="1">
            <a:spLocks noChangeArrowheads="1"/>
          </p:cNvSpPr>
          <p:nvPr/>
        </p:nvSpPr>
        <p:spPr bwMode="auto">
          <a:xfrm>
            <a:off x="7667625" y="6273800"/>
            <a:ext cx="1025525" cy="144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>
            <a:spAutoFit/>
          </a:bodyPr>
          <a:lstStyle>
            <a:lvl1pPr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1pPr>
            <a:lvl2pPr marL="1905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2pPr>
            <a:lvl3pPr marL="3175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3pPr>
            <a:lvl4pPr marL="5080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4pPr>
            <a:lvl5pPr marL="3484880" indent="-3300730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5pPr>
            <a:lvl6pPr marL="39420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6pPr>
            <a:lvl7pPr marL="43992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7pPr>
            <a:lvl8pPr marL="48564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8pPr>
            <a:lvl9pPr marL="53136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9pPr>
          </a:lstStyle>
          <a:p>
            <a:pPr algn="r" eaLnBrk="1" hangingPunct="1">
              <a:lnSpc>
                <a:spcPct val="95000"/>
              </a:lnSpc>
              <a:buClr>
                <a:schemeClr val="tx2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ja-JP" sz="1000" smtClean="0">
                <a:latin typeface="Arial" panose="020B0604020202020204"/>
                <a:ea typeface="MS PGothic" panose="020B0600070205080204" pitchFamily="34" charset="-128"/>
              </a:rPr>
              <a:t>Confidential / Draft</a:t>
            </a:r>
            <a:endParaRPr lang="en-US" altLang="ja-JP" sz="1000" smtClean="0">
              <a:latin typeface="Arial" panose="020B0604020202020204"/>
              <a:ea typeface="MS PGothic" panose="020B0600070205080204" pitchFamily="34" charset="-128"/>
            </a:endParaRPr>
          </a:p>
        </p:txBody>
      </p:sp>
      <p:pic>
        <p:nvPicPr>
          <p:cNvPr id="1030" name="CompanyLogoHolder" descr="&lt;tags&gt;&lt;tag n=&quot;Visible&quot; v=&quot;False&quot; /&gt;&lt;/tags&gt;" hidden="1"/>
          <p:cNvPicPr preferRelativeResize="0"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9263" y="6240463"/>
            <a:ext cx="16287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1253" name="SlideNumber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94113" y="6276975"/>
            <a:ext cx="1755775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b" anchorCtr="0" compatLnSpc="1"/>
          <a:lstStyle>
            <a:lvl1pPr algn="ctr">
              <a:defRPr sz="1000"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810E62C-D56B-461D-A946-3202DACAE7F9}" type="slidenum">
              <a:rPr lang="ja-JP" altLang="en-US"/>
            </a:fld>
            <a:endParaRPr lang="en-US" altLang="ja-JP"/>
          </a:p>
        </p:txBody>
      </p:sp>
      <p:pic>
        <p:nvPicPr>
          <p:cNvPr id="1032" name="Picture 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34300" y="6359525"/>
            <a:ext cx="8572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20204"/>
          <a:ea typeface="PMingLiU" pitchFamily="18" charset="-120"/>
          <a:cs typeface="PMingLiU" charset="0"/>
        </a:defRPr>
      </a:lvl1pPr>
      <a:lvl2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2pPr>
      <a:lvl3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3pPr>
      <a:lvl4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4pPr>
      <a:lvl5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5pPr>
      <a:lvl6pPr marL="4572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6pPr>
      <a:lvl7pPr marL="9144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7pPr>
      <a:lvl8pPr marL="13716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8pPr>
      <a:lvl9pPr marL="18288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9pPr>
    </p:titleStyle>
    <p:bodyStyle>
      <a:lvl1pPr marL="342900" indent="-342900" algn="l" defTabSz="728980" rtl="0" eaLnBrk="0" fontAlgn="base" hangingPunct="0">
        <a:lnSpc>
          <a:spcPct val="95000"/>
        </a:lnSpc>
        <a:spcBef>
          <a:spcPct val="95000"/>
        </a:spcBef>
        <a:spcAft>
          <a:spcPct val="0"/>
        </a:spcAft>
        <a:buClr>
          <a:schemeClr val="tx1"/>
        </a:buClr>
        <a:buSzPct val="120000"/>
        <a:buFont typeface="Wingdings" panose="05000000000000000000" pitchFamily="2" charset="2"/>
        <a:buChar char="•"/>
        <a:defRPr sz="1400" b="1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1pPr>
      <a:lvl2pPr marL="1905" indent="455930" algn="l" defTabSz="728980" rtl="0" eaLnBrk="0" fontAlgn="base" hangingPunct="0">
        <a:lnSpc>
          <a:spcPct val="95000"/>
        </a:lnSpc>
        <a:spcBef>
          <a:spcPct val="36000"/>
        </a:spcBef>
        <a:spcAft>
          <a:spcPct val="0"/>
        </a:spcAft>
        <a:buClr>
          <a:schemeClr val="tx1"/>
        </a:buClr>
        <a:buSzPct val="120000"/>
        <a:buChar char="–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2pPr>
      <a:lvl3pPr marL="228600" indent="-22542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n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3pPr>
      <a:lvl4pPr marL="466725" indent="-23685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4pPr>
      <a:lvl5pPr marL="706755" indent="-23812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5pPr>
      <a:lvl6pPr marL="11639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6pPr>
      <a:lvl7pPr marL="16211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7pPr>
      <a:lvl8pPr marL="20783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8pPr>
      <a:lvl9pPr marL="25355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"/>
          <p:cNvSpPr txBox="1">
            <a:spLocks noChangeArrowheads="1"/>
          </p:cNvSpPr>
          <p:nvPr/>
        </p:nvSpPr>
        <p:spPr bwMode="auto">
          <a:xfrm>
            <a:off x="449263" y="3290888"/>
            <a:ext cx="8237537" cy="380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5000"/>
              </a:lnSpc>
              <a:buClr>
                <a:schemeClr val="bg1"/>
              </a:buClr>
              <a:defRPr/>
            </a:pPr>
            <a:r>
              <a:rPr lang="en-US" altLang="zh-TW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5856e </a:t>
            </a:r>
            <a:r>
              <a:rPr lang="zh-CN" altLang="en-US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建立</a:t>
            </a:r>
            <a:r>
              <a:rPr lang="en-US" altLang="zh-CN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USB UVM</a:t>
            </a:r>
            <a:r>
              <a:rPr lang="zh-CN" altLang="en-US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环境</a:t>
            </a:r>
            <a:endParaRPr lang="en-US" altLang="zh-TW" sz="2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440470" y="4154488"/>
            <a:ext cx="8237537" cy="236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5000"/>
              </a:lnSpc>
              <a:buClr>
                <a:schemeClr val="bg1"/>
              </a:buClr>
              <a:defRPr/>
            </a:pP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2016-9-6</a:t>
            </a:r>
            <a:endParaRPr lang="en-US" altLang="zh-TW" sz="160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Text Box: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Contents</a:t>
            </a:r>
            <a:endParaRPr lang="en-US" altLang="zh-TW" dirty="0" smtClean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123" name="Slide Number Placeholder 2" descr="&lt;tags&gt;&lt;tag n=&quot;TagName&quot; v=&quot;Slide Number Placeholder 2&quot; /&gt;&lt;tag n=&quot;Top&quot; v=&quot;498&quot; /&gt;&lt;tag n=&quot;Left&quot; v=&quot;546.25&quot; /&gt;&lt;tag n=&quot;Height&quot; v=&quot;28.12504&quot; /&gt;&lt;tag n=&quot;Width&quot; v=&quot;138.25&quot; /&gt;&lt;/tags&gt;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B8E11BA-20AF-4759-A8D8-431E5A4CA8F7}" type="slidenum">
              <a:rPr lang="ja-JP" altLang="en-US" smtClean="0">
                <a:latin typeface="Arial" panose="020B0604020202020204" pitchFamily="34" charset="0"/>
              </a:rPr>
            </a:fld>
            <a:endParaRPr lang="en-US" altLang="ja-JP" smtClean="0">
              <a:latin typeface="Arial" panose="020B0604020202020204" pitchFamily="34" charset="0"/>
            </a:endParaRPr>
          </a:p>
        </p:txBody>
      </p:sp>
      <p:sp>
        <p:nvSpPr>
          <p:cNvPr id="5124" name="Text Placeholder 5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276350"/>
            <a:ext cx="8245475" cy="5219700"/>
          </a:xfrm>
        </p:spPr>
        <p:txBody>
          <a:bodyPr/>
          <a:lstStyle/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 bwMode="auto">
          <a:xfrm>
            <a:off x="748823" y="1897380"/>
            <a:ext cx="7156927" cy="469392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General Topology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9263" y="1339214"/>
            <a:ext cx="8245475" cy="3857625"/>
          </a:xfrm>
        </p:spPr>
        <p:txBody>
          <a:bodyPr/>
          <a:lstStyle/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topology</a:t>
            </a:r>
            <a:endParaRPr kumimoji="0"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694113" y="6494145"/>
            <a:ext cx="1755775" cy="357188"/>
          </a:xfrm>
        </p:spPr>
        <p:txBody>
          <a:bodyPr/>
          <a:lstStyle/>
          <a:p>
            <a:pPr>
              <a:defRPr/>
            </a:pPr>
            <a:fld id="{BE0E6603-AD61-4DFA-AD0B-9996C81BA901}" type="slidenum">
              <a:rPr lang="ja-JP" altLang="en-US" smtClean="0"/>
            </a:fld>
            <a:endParaRPr lang="en-US" altLang="ja-JP"/>
          </a:p>
        </p:txBody>
      </p:sp>
      <p:sp>
        <p:nvSpPr>
          <p:cNvPr id="5" name="矩形 4"/>
          <p:cNvSpPr/>
          <p:nvPr/>
        </p:nvSpPr>
        <p:spPr bwMode="auto">
          <a:xfrm>
            <a:off x="1074419" y="2297430"/>
            <a:ext cx="6674803" cy="405765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2354580" y="2777272"/>
            <a:ext cx="4903470" cy="248052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08710" y="2377440"/>
            <a:ext cx="994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Top_env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434590" y="2937727"/>
            <a:ext cx="1604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DBB </a:t>
            </a:r>
            <a:r>
              <a:rPr lang="en-US" altLang="zh-CN" dirty="0" err="1" smtClean="0"/>
              <a:t>Env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 bwMode="auto">
          <a:xfrm>
            <a:off x="2217420" y="3240264"/>
            <a:ext cx="4903470" cy="248052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297430" y="3400719"/>
            <a:ext cx="1604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DBB </a:t>
            </a:r>
            <a:r>
              <a:rPr lang="en-US" altLang="zh-CN" dirty="0" err="1" smtClean="0"/>
              <a:t>Env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05990" y="2377439"/>
            <a:ext cx="822960" cy="27699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Top_cfg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91540" y="1986141"/>
            <a:ext cx="994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Base_test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 bwMode="auto">
          <a:xfrm>
            <a:off x="3423572" y="3787705"/>
            <a:ext cx="2321908" cy="53855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588860" y="3879035"/>
            <a:ext cx="1604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dbb_vsqr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490722" y="3400719"/>
            <a:ext cx="822960" cy="276999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dbb_cfg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 bwMode="auto">
          <a:xfrm>
            <a:off x="3423572" y="4420762"/>
            <a:ext cx="2321908" cy="555098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3588860" y="4512092"/>
            <a:ext cx="1604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cpu_mnt_agt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 bwMode="auto">
          <a:xfrm>
            <a:off x="3423572" y="5083702"/>
            <a:ext cx="2321908" cy="555098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588860" y="5175032"/>
            <a:ext cx="1604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ir_agt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 bwMode="auto">
          <a:xfrm>
            <a:off x="748823" y="2633980"/>
            <a:ext cx="7709377" cy="3383201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USB topology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9263" y="1339214"/>
            <a:ext cx="8245475" cy="3857625"/>
          </a:xfrm>
        </p:spPr>
        <p:txBody>
          <a:bodyPr/>
          <a:lstStyle/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8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蓝色</a:t>
            </a:r>
            <a:r>
              <a:rPr kumimoji="0"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字体为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  <a:r>
              <a:rPr kumimoji="0"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的修改部分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使用继承方式，而非在父类中例化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USB ENV</a:t>
            </a:r>
            <a:r>
              <a:rPr kumimoji="0"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成员的方式，更好体现了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  <a:r>
              <a:rPr kumimoji="0"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与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Top </a:t>
            </a:r>
            <a:r>
              <a:rPr kumimoji="0" lang="en-US" altLang="zh-CN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的平等性，同时使得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Top </a:t>
            </a:r>
            <a:r>
              <a:rPr kumimoji="0" lang="en-US" altLang="zh-CN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有了更好的复用性（不用修改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Top </a:t>
            </a:r>
            <a:r>
              <a:rPr kumimoji="0" lang="en-US" altLang="zh-CN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Env</a:t>
            </a:r>
            <a:r>
              <a:rPr kumimoji="0" lang="zh-CN" alt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本身了</a:t>
            </a:r>
            <a:r>
              <a:rPr kumimoji="0" lang="en-US" altLang="zh-C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681413" y="6265545"/>
            <a:ext cx="1658567" cy="257448"/>
          </a:xfrm>
        </p:spPr>
        <p:txBody>
          <a:bodyPr/>
          <a:lstStyle/>
          <a:p>
            <a:pPr>
              <a:defRPr/>
            </a:pPr>
            <a:fld id="{BE0E6603-AD61-4DFA-AD0B-9996C81BA901}" type="slidenum">
              <a:rPr lang="ja-JP" altLang="en-US" smtClean="0"/>
            </a:fld>
            <a:endParaRPr lang="en-US" altLang="ja-JP"/>
          </a:p>
        </p:txBody>
      </p:sp>
      <p:sp>
        <p:nvSpPr>
          <p:cNvPr id="5" name="矩形 4"/>
          <p:cNvSpPr/>
          <p:nvPr/>
        </p:nvSpPr>
        <p:spPr bwMode="auto">
          <a:xfrm>
            <a:off x="1074420" y="3034030"/>
            <a:ext cx="7190038" cy="2924602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2743200" y="3456722"/>
            <a:ext cx="5281974" cy="1787871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51559" y="3114041"/>
            <a:ext cx="2292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B0F0"/>
                </a:solidFill>
              </a:rPr>
              <a:t>USB </a:t>
            </a:r>
            <a:r>
              <a:rPr lang="en-US" altLang="zh-CN" dirty="0" err="1" smtClean="0">
                <a:solidFill>
                  <a:srgbClr val="00B0F0"/>
                </a:solidFill>
              </a:rPr>
              <a:t>env</a:t>
            </a:r>
            <a:r>
              <a:rPr lang="en-US" altLang="zh-CN" dirty="0" smtClean="0">
                <a:solidFill>
                  <a:srgbClr val="00B0F0"/>
                </a:solidFill>
              </a:rPr>
              <a:t> </a:t>
            </a:r>
            <a:r>
              <a:rPr lang="en-US" altLang="zh-CN" dirty="0" smtClean="0"/>
              <a:t>extends </a:t>
            </a:r>
            <a:r>
              <a:rPr lang="en-US" altLang="zh-CN" dirty="0" err="1" smtClean="0"/>
              <a:t>Top_env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23210" y="3617178"/>
            <a:ext cx="172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DBB </a:t>
            </a:r>
            <a:r>
              <a:rPr lang="en-US" altLang="zh-CN" dirty="0" err="1" smtClean="0"/>
              <a:t>Env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 bwMode="auto">
          <a:xfrm>
            <a:off x="2606040" y="3919714"/>
            <a:ext cx="5281974" cy="1787871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686050" y="4080170"/>
            <a:ext cx="172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DBB </a:t>
            </a:r>
            <a:r>
              <a:rPr lang="en-US" altLang="zh-CN" dirty="0" err="1"/>
              <a:t>Env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120390" y="3114040"/>
            <a:ext cx="886485" cy="27699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Top_cfg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91540" y="2722742"/>
            <a:ext cx="522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 smtClean="0">
                <a:solidFill>
                  <a:srgbClr val="00B0F0"/>
                </a:solidFill>
              </a:rPr>
              <a:t>USB_Base_test</a:t>
            </a:r>
            <a:r>
              <a:rPr lang="en-US" altLang="zh-CN" dirty="0" smtClean="0"/>
              <a:t> extends </a:t>
            </a:r>
            <a:r>
              <a:rPr lang="en-US" altLang="zh-CN" dirty="0" err="1" smtClean="0"/>
              <a:t>mcu_test</a:t>
            </a:r>
            <a:r>
              <a:rPr lang="en-US" altLang="zh-CN" dirty="0" smtClean="0"/>
              <a:t>, which is from </a:t>
            </a:r>
            <a:r>
              <a:rPr lang="en-US" altLang="zh-CN" dirty="0" err="1" smtClean="0"/>
              <a:t>base_test</a:t>
            </a:r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141469" y="3088640"/>
            <a:ext cx="3840659" cy="27699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B0F0"/>
                </a:solidFill>
              </a:rPr>
              <a:t>（</a:t>
            </a:r>
            <a:r>
              <a:rPr lang="en-US" altLang="zh-CN" dirty="0" err="1" smtClean="0">
                <a:solidFill>
                  <a:srgbClr val="00B0F0"/>
                </a:solidFill>
              </a:rPr>
              <a:t>usb_cfg</a:t>
            </a:r>
            <a:r>
              <a:rPr lang="en-US" altLang="zh-CN" dirty="0" smtClean="0">
                <a:solidFill>
                  <a:srgbClr val="00B0F0"/>
                </a:solidFill>
              </a:rPr>
              <a:t>  NOT visible here, it’s inside USB </a:t>
            </a:r>
            <a:r>
              <a:rPr lang="en-US" altLang="zh-CN" dirty="0" err="1" smtClean="0">
                <a:solidFill>
                  <a:srgbClr val="00B0F0"/>
                </a:solidFill>
              </a:rPr>
              <a:t>env</a:t>
            </a:r>
            <a:r>
              <a:rPr lang="en-US" altLang="zh-CN" dirty="0" smtClean="0">
                <a:solidFill>
                  <a:srgbClr val="00B0F0"/>
                </a:solidFill>
              </a:rPr>
              <a:t>,)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4029362" y="3933755"/>
            <a:ext cx="2501139" cy="388167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4194650" y="4025086"/>
            <a:ext cx="172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dbb_vsqr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096512" y="3546770"/>
            <a:ext cx="886485" cy="276999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dbb_cfg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 bwMode="auto">
          <a:xfrm>
            <a:off x="4029362" y="4566812"/>
            <a:ext cx="2501139" cy="400094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4194650" y="4658143"/>
            <a:ext cx="172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cpu_mnt_agt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 bwMode="auto">
          <a:xfrm>
            <a:off x="4029362" y="5217052"/>
            <a:ext cx="2501139" cy="400094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4194650" y="5270283"/>
            <a:ext cx="1728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ir_agt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General </a:t>
            </a:r>
            <a:r>
              <a:rPr lang="en-US" altLang="zh-CN" dirty="0" err="1" smtClean="0"/>
              <a:t>Config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机制： 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an example to configure 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cpu_mnt_cfg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0E6603-AD61-4DFA-AD0B-9996C81BA901}" type="slidenum">
              <a:rPr lang="ja-JP" altLang="en-US" smtClean="0"/>
            </a:fld>
            <a:endParaRPr lang="en-US" altLang="ja-JP"/>
          </a:p>
        </p:txBody>
      </p:sp>
      <p:sp>
        <p:nvSpPr>
          <p:cNvPr id="5" name="矩形 4"/>
          <p:cNvSpPr/>
          <p:nvPr/>
        </p:nvSpPr>
        <p:spPr bwMode="auto">
          <a:xfrm>
            <a:off x="3014028" y="2468880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Dbb_env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 bwMode="auto">
          <a:xfrm>
            <a:off x="800100" y="3322319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Cpu_mnt_agt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5271453" y="3265169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Dbb_cfg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 bwMode="auto">
          <a:xfrm>
            <a:off x="800100" y="4705349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Cpu_mnt_cfg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5255578" y="4762499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Cpu_mnt_cfg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 bwMode="auto">
          <a:xfrm flipH="1" flipV="1">
            <a:off x="2526030" y="5090158"/>
            <a:ext cx="2503170" cy="9526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4686300" y="2586216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3.Dbb_en build phase</a:t>
            </a:r>
            <a:r>
              <a:rPr lang="zh-CN" altLang="en-US" dirty="0" smtClean="0"/>
              <a:t>中通过</a:t>
            </a:r>
            <a:r>
              <a:rPr lang="en-US" altLang="zh-CN" dirty="0" err="1" smtClean="0"/>
              <a:t>uvm_config_db</a:t>
            </a:r>
            <a:r>
              <a:rPr lang="zh-CN" altLang="en-US" dirty="0" smtClean="0"/>
              <a:t>设置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719103" y="4285594"/>
            <a:ext cx="2208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1.cpu_mnt_agt</a:t>
            </a:r>
            <a:r>
              <a:rPr lang="zh-CN" altLang="en-US" dirty="0" smtClean="0"/>
              <a:t>中声明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1548765" y="4110989"/>
            <a:ext cx="0" cy="59436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6261417" y="4251303"/>
            <a:ext cx="2619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2.dbb_cfg </a:t>
            </a:r>
            <a:r>
              <a:rPr lang="en-US" altLang="zh-CN" dirty="0" err="1" smtClean="0"/>
              <a:t>constructure</a:t>
            </a:r>
            <a:r>
              <a:rPr lang="zh-CN" altLang="en-US" dirty="0" smtClean="0"/>
              <a:t>中声明</a:t>
            </a:r>
            <a:r>
              <a:rPr lang="en-US" altLang="zh-CN" dirty="0" smtClean="0"/>
              <a:t>,new, configure value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 bwMode="auto">
          <a:xfrm>
            <a:off x="6057900" y="4110989"/>
            <a:ext cx="0" cy="59436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/>
          <p:cNvSpPr txBox="1"/>
          <p:nvPr/>
        </p:nvSpPr>
        <p:spPr>
          <a:xfrm>
            <a:off x="3482659" y="4762499"/>
            <a:ext cx="1672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USB </a:t>
            </a:r>
            <a:r>
              <a:rPr lang="en-US" altLang="zh-CN" dirty="0" err="1" smtClean="0"/>
              <a:t>Config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USB 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kumimoji="0" lang="en-US" altLang="zh-C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zh-CN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需要继承</a:t>
            </a:r>
            <a:r>
              <a:rPr kumimoji="0" lang="en-US" altLang="zh-C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top_cfg</a:t>
            </a:r>
            <a:endParaRPr kumimoji="0" lang="en-US" altLang="zh-C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0E6603-AD61-4DFA-AD0B-9996C81BA901}" type="slidenum">
              <a:rPr lang="ja-JP" altLang="en-US" smtClean="0"/>
            </a:fld>
            <a:endParaRPr lang="en-US" altLang="ja-JP"/>
          </a:p>
        </p:txBody>
      </p:sp>
      <p:sp>
        <p:nvSpPr>
          <p:cNvPr id="5" name="矩形 4"/>
          <p:cNvSpPr/>
          <p:nvPr/>
        </p:nvSpPr>
        <p:spPr bwMode="auto">
          <a:xfrm>
            <a:off x="6150928" y="3434080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Top_env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163627" y="4541518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top_cfg</a:t>
            </a:r>
            <a:endParaRPr lang="zh-CN" altLang="en-US" dirty="0"/>
          </a:p>
        </p:txBody>
      </p:sp>
      <p:cxnSp>
        <p:nvCxnSpPr>
          <p:cNvPr id="18" name="直接箭头连接符 17"/>
          <p:cNvCxnSpPr/>
          <p:nvPr/>
        </p:nvCxnSpPr>
        <p:spPr bwMode="auto">
          <a:xfrm flipH="1" flipV="1">
            <a:off x="2946718" y="3828415"/>
            <a:ext cx="2503170" cy="9526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矩形 20"/>
          <p:cNvSpPr/>
          <p:nvPr/>
        </p:nvSpPr>
        <p:spPr bwMode="auto">
          <a:xfrm>
            <a:off x="918528" y="3388360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USB_env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 bwMode="auto">
          <a:xfrm>
            <a:off x="918528" y="4584699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USB_cfg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 bwMode="auto">
          <a:xfrm flipH="1" flipV="1">
            <a:off x="2946718" y="4967286"/>
            <a:ext cx="2503170" cy="9526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矩形 26"/>
          <p:cNvSpPr/>
          <p:nvPr/>
        </p:nvSpPr>
        <p:spPr bwMode="auto">
          <a:xfrm>
            <a:off x="6073141" y="2028825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Mcu_test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 bwMode="auto">
          <a:xfrm>
            <a:off x="918528" y="2028825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Usb_base_test</a:t>
            </a:r>
            <a:endParaRPr lang="zh-CN" altLang="en-US" dirty="0"/>
          </a:p>
        </p:txBody>
      </p:sp>
      <p:cxnSp>
        <p:nvCxnSpPr>
          <p:cNvPr id="29" name="直接箭头连接符 28"/>
          <p:cNvCxnSpPr/>
          <p:nvPr/>
        </p:nvCxnSpPr>
        <p:spPr bwMode="auto">
          <a:xfrm flipH="1" flipV="1">
            <a:off x="2959418" y="2432049"/>
            <a:ext cx="2503170" cy="9526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718184" y="2767895"/>
            <a:ext cx="4438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2.Construct  </a:t>
            </a:r>
            <a:r>
              <a:rPr lang="en-US" altLang="zh-CN" dirty="0" err="1" smtClean="0">
                <a:solidFill>
                  <a:srgbClr val="FF0000"/>
                </a:solidFill>
              </a:rPr>
              <a:t>usb_cfg</a:t>
            </a:r>
            <a:r>
              <a:rPr lang="en-US" altLang="zh-CN" dirty="0" smtClean="0">
                <a:solidFill>
                  <a:srgbClr val="FF0000"/>
                </a:solidFill>
              </a:rPr>
              <a:t> in </a:t>
            </a:r>
            <a:r>
              <a:rPr lang="en-US" altLang="zh-CN" dirty="0" err="1" smtClean="0">
                <a:solidFill>
                  <a:srgbClr val="FF0000"/>
                </a:solidFill>
              </a:rPr>
              <a:t>usb_base_test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3.Uvm_config_db this </a:t>
            </a:r>
            <a:r>
              <a:rPr lang="en-US" altLang="zh-CN" dirty="0" err="1" smtClean="0">
                <a:solidFill>
                  <a:srgbClr val="FF0000"/>
                </a:solidFill>
              </a:rPr>
              <a:t>usb_cfg</a:t>
            </a:r>
            <a:r>
              <a:rPr lang="en-US" altLang="zh-CN" dirty="0" smtClean="0">
                <a:solidFill>
                  <a:srgbClr val="FF0000"/>
                </a:solidFill>
              </a:rPr>
              <a:t> to </a:t>
            </a:r>
            <a:r>
              <a:rPr lang="en-US" altLang="zh-CN" dirty="0" err="1" smtClean="0">
                <a:solidFill>
                  <a:srgbClr val="FF0000"/>
                </a:solidFill>
              </a:rPr>
              <a:t>usb_env</a:t>
            </a:r>
            <a:r>
              <a:rPr lang="en-US" altLang="zh-CN" dirty="0" smtClean="0">
                <a:solidFill>
                  <a:srgbClr val="FF0000"/>
                </a:solidFill>
              </a:rPr>
              <a:t>, and/or sub-</a:t>
            </a:r>
            <a:r>
              <a:rPr lang="en-US" altLang="zh-CN" dirty="0" err="1" smtClean="0">
                <a:solidFill>
                  <a:srgbClr val="FF0000"/>
                </a:solidFill>
              </a:rPr>
              <a:t>env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82353" y="4633454"/>
            <a:ext cx="1257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1.</a:t>
            </a:r>
            <a:r>
              <a:rPr lang="zh-CN" altLang="en-US" dirty="0" smtClean="0">
                <a:solidFill>
                  <a:srgbClr val="FF0000"/>
                </a:solidFill>
              </a:rPr>
              <a:t>继承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tb_top_connect</a:t>
            </a: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实际是各</a:t>
            </a:r>
            <a:r>
              <a:rPr kumimoji="0" lang="en-US" altLang="zh-CN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的一种连接，未有清晰的</a:t>
            </a:r>
            <a:r>
              <a:rPr kumimoji="0" lang="en-US" altLang="zh-CN" sz="1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hierachy</a:t>
            </a:r>
            <a:r>
              <a:rPr kumimoji="0" lang="zh-CN" alt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结构，</a:t>
            </a:r>
            <a:r>
              <a:rPr kumimoji="0" lang="zh-CN" altLang="en-US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添加</a:t>
            </a:r>
            <a:r>
              <a:rPr kumimoji="0" lang="en-US" altLang="zh-CN" sz="1800" kern="0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kumimoji="0" lang="en-US" altLang="zh-CN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</a:t>
            </a:r>
            <a:r>
              <a:rPr kumimoji="0" lang="zh-CN" altLang="en-US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</a:t>
            </a:r>
            <a:r>
              <a:rPr kumimoji="0" lang="en-US" altLang="zh-CN" sz="1800" kern="0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kumimoji="0" lang="en-US" altLang="zh-CN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  <a:r>
              <a:rPr kumimoji="0" lang="zh-CN" altLang="en-US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连接</a:t>
            </a:r>
            <a:endParaRPr kumimoji="0" lang="en-US" altLang="zh-CN" sz="1800" kern="0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</a:pPr>
            <a:r>
              <a:rPr kumimoji="0" lang="en-US" altLang="zh-CN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kumimoji="0" lang="zh-CN" altLang="en-US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0" lang="en-US" altLang="zh-CN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</a:t>
            </a:r>
            <a:r>
              <a:rPr kumimoji="0" lang="zh-CN" altLang="en-US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kumimoji="0" lang="en-US" altLang="zh-CN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</a:t>
            </a:r>
            <a:r>
              <a:rPr kumimoji="0" lang="zh-CN" altLang="en-US" sz="1800" kern="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endParaRPr kumimoji="0" lang="en-US" altLang="zh-CN" sz="1800" kern="0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lvl="3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 descr="&lt;tags&gt;&lt;tag n=&quot;Linked&quot; v=&quot;True&quot; /&gt;&lt;/tags&gt;"/>
          <p:cNvSpPr txBox="1"/>
          <p:nvPr/>
        </p:nvSpPr>
        <p:spPr>
          <a:xfrm>
            <a:off x="674401" y="264969"/>
            <a:ext cx="8020338" cy="576695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None/>
            </a:pP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inteface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与</a:t>
            </a:r>
            <a:r>
              <a:rPr kumimoji="0" lang="en-US" altLang="zh-CN" sz="18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vip</a:t>
            </a:r>
            <a:r>
              <a:rPr kumimoji="0" lang="en-US" altLang="zh-CN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interface</a:t>
            </a:r>
            <a:r>
              <a:rPr kumimoji="0" lang="zh-CN" altLang="en-US" sz="18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的连接</a:t>
            </a:r>
            <a:endParaRPr kumimoji="0" lang="en-US" altLang="zh-CN" sz="18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211128" y="3154680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i_dut_if</a:t>
            </a:r>
            <a:r>
              <a:rPr lang="en-US" altLang="zh-CN" dirty="0" smtClean="0"/>
              <a:t>[0:1]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7234872" y="3121343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i_vip_if</a:t>
            </a:r>
            <a:r>
              <a:rPr lang="en-US" altLang="zh-CN" dirty="0" smtClean="0"/>
              <a:t>[0:1]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524828" y="3108960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smtClean="0"/>
              <a:t>5856e_top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 bwMode="auto">
          <a:xfrm>
            <a:off x="524828" y="4305299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smtClean="0"/>
              <a:t>5856e_dbb</a:t>
            </a:r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 bwMode="auto">
          <a:xfrm flipH="1">
            <a:off x="2765748" y="4738687"/>
            <a:ext cx="1918822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矩形 12"/>
          <p:cNvSpPr/>
          <p:nvPr/>
        </p:nvSpPr>
        <p:spPr bwMode="auto">
          <a:xfrm>
            <a:off x="6212841" y="1749425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Top_if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714943" y="4354054"/>
            <a:ext cx="2058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Tb_top.tb_top_connect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5281296" y="4236718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i_dbb_if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 bwMode="auto">
          <a:xfrm>
            <a:off x="5274628" y="5346700"/>
            <a:ext cx="1576561" cy="650875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smtClean="0"/>
              <a:t>i_cm0_if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 bwMode="auto">
          <a:xfrm>
            <a:off x="7234872" y="4351017"/>
            <a:ext cx="1599567" cy="737871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err="1" smtClean="0"/>
              <a:t>i_usb_if</a:t>
            </a:r>
            <a:endParaRPr lang="zh-CN" altLang="en-US" dirty="0"/>
          </a:p>
        </p:txBody>
      </p:sp>
      <p:cxnSp>
        <p:nvCxnSpPr>
          <p:cNvPr id="26" name="肘形连接符 25"/>
          <p:cNvCxnSpPr>
            <a:endCxn id="20" idx="1"/>
          </p:cNvCxnSpPr>
          <p:nvPr/>
        </p:nvCxnSpPr>
        <p:spPr bwMode="auto">
          <a:xfrm rot="16200000" flipH="1">
            <a:off x="4512874" y="4910383"/>
            <a:ext cx="933451" cy="590058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4" name="肘形连接符 1033"/>
          <p:cNvCxnSpPr>
            <a:stCxn id="13" idx="2"/>
            <a:endCxn id="6" idx="0"/>
          </p:cNvCxnSpPr>
          <p:nvPr/>
        </p:nvCxnSpPr>
        <p:spPr bwMode="auto">
          <a:xfrm rot="5400000">
            <a:off x="6335238" y="2345531"/>
            <a:ext cx="616585" cy="100171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9" name="肘形连接符 1038"/>
          <p:cNvCxnSpPr>
            <a:endCxn id="7" idx="0"/>
          </p:cNvCxnSpPr>
          <p:nvPr/>
        </p:nvCxnSpPr>
        <p:spPr bwMode="auto">
          <a:xfrm>
            <a:off x="7074218" y="2846387"/>
            <a:ext cx="1092199" cy="274956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1" name="直接箭头连接符 1040"/>
          <p:cNvCxnSpPr>
            <a:stCxn id="7" idx="2"/>
          </p:cNvCxnSpPr>
          <p:nvPr/>
        </p:nvCxnSpPr>
        <p:spPr bwMode="auto">
          <a:xfrm>
            <a:off x="8166417" y="3910013"/>
            <a:ext cx="0" cy="326705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7" name="直接箭头连接符 1046"/>
          <p:cNvCxnSpPr>
            <a:stCxn id="6" idx="2"/>
          </p:cNvCxnSpPr>
          <p:nvPr/>
        </p:nvCxnSpPr>
        <p:spPr bwMode="auto">
          <a:xfrm>
            <a:off x="6142673" y="3943350"/>
            <a:ext cx="0" cy="293368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9" name="直接箭头连接符 1048"/>
          <p:cNvCxnSpPr>
            <a:endCxn id="20" idx="0"/>
          </p:cNvCxnSpPr>
          <p:nvPr/>
        </p:nvCxnSpPr>
        <p:spPr bwMode="auto">
          <a:xfrm>
            <a:off x="6062908" y="5025388"/>
            <a:ext cx="1" cy="321312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矩形 57"/>
          <p:cNvSpPr/>
          <p:nvPr/>
        </p:nvSpPr>
        <p:spPr bwMode="auto">
          <a:xfrm>
            <a:off x="524828" y="5262244"/>
            <a:ext cx="1863090" cy="788670"/>
          </a:xfrm>
          <a:prstGeom prst="rect">
            <a:avLst/>
          </a:prstGeom>
          <a:gradFill rotWithShape="1">
            <a:gsLst>
              <a:gs pos="0">
                <a:srgbClr val="97E4FF">
                  <a:alpha val="71999"/>
                </a:srgbClr>
              </a:gs>
              <a:gs pos="100000">
                <a:schemeClr val="bg1">
                  <a:alpha val="65999"/>
                </a:schemeClr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46800" tIns="64800" rIns="46800" bIns="64800" rtlCol="0" anchor="ctr"/>
          <a:lstStyle/>
          <a:p>
            <a:pPr algn="ctr" defTabSz="728980">
              <a:lnSpc>
                <a:spcPct val="95000"/>
              </a:lnSpc>
              <a:buClr>
                <a:schemeClr val="bg1"/>
              </a:buClr>
              <a:tabLst>
                <a:tab pos="4286250" algn="l"/>
              </a:tabLst>
            </a:pPr>
            <a:r>
              <a:rPr lang="en-US" altLang="zh-CN" dirty="0" smtClean="0"/>
              <a:t>Sub modules</a:t>
            </a:r>
            <a:endParaRPr lang="zh-CN" altLang="en-US" dirty="0"/>
          </a:p>
        </p:txBody>
      </p:sp>
      <p:cxnSp>
        <p:nvCxnSpPr>
          <p:cNvPr id="1067" name="肘形连接符 1066"/>
          <p:cNvCxnSpPr>
            <a:endCxn id="6" idx="1"/>
          </p:cNvCxnSpPr>
          <p:nvPr/>
        </p:nvCxnSpPr>
        <p:spPr bwMode="auto">
          <a:xfrm rot="5400000" flipH="1" flipV="1">
            <a:off x="4353014" y="3880571"/>
            <a:ext cx="1189670" cy="526558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4" name="肘形连接符 1073"/>
          <p:cNvCxnSpPr>
            <a:endCxn id="10" idx="3"/>
          </p:cNvCxnSpPr>
          <p:nvPr/>
        </p:nvCxnSpPr>
        <p:spPr bwMode="auto">
          <a:xfrm rot="16200000" flipV="1">
            <a:off x="1959135" y="3932078"/>
            <a:ext cx="1235392" cy="377825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肘形连接符 26"/>
          <p:cNvCxnSpPr>
            <a:endCxn id="58" idx="3"/>
          </p:cNvCxnSpPr>
          <p:nvPr/>
        </p:nvCxnSpPr>
        <p:spPr bwMode="auto">
          <a:xfrm rot="5400000">
            <a:off x="2117886" y="5008718"/>
            <a:ext cx="917893" cy="377828"/>
          </a:xfrm>
          <a:prstGeom prst="bentConnector2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箭头连接符 34"/>
          <p:cNvCxnSpPr/>
          <p:nvPr/>
        </p:nvCxnSpPr>
        <p:spPr bwMode="auto">
          <a:xfrm>
            <a:off x="4684570" y="4738687"/>
            <a:ext cx="2459816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399493-4417-43EA-B8AE-EC125AA8CA90}" type="slidenum">
              <a:rPr lang="ja-JP" altLang="en-US" smtClean="0"/>
            </a:fld>
            <a:endParaRPr lang="en-US" altLang="ja-JP"/>
          </a:p>
        </p:txBody>
      </p:sp>
      <p:sp>
        <p:nvSpPr>
          <p:cNvPr id="3" name="Title 1" descr="Text Box: Title"/>
          <p:cNvSpPr txBox="1"/>
          <p:nvPr/>
        </p:nvSpPr>
        <p:spPr>
          <a:xfrm>
            <a:off x="449263" y="504825"/>
            <a:ext cx="7219950" cy="347663"/>
          </a:xfrm>
          <a:prstGeom prst="rect">
            <a:avLst/>
          </a:prstGeom>
        </p:spPr>
        <p:txBody>
          <a:bodyPr/>
          <a:lstStyle>
            <a:lvl1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PMingLiU" charset="0"/>
              </a:defRPr>
            </a:lvl2pPr>
            <a:lvl3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PMingLiU" charset="0"/>
              </a:defRPr>
            </a:lvl3pPr>
            <a:lvl4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PMingLiU" charset="0"/>
              </a:defRPr>
            </a:lvl4pPr>
            <a:lvl5pPr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PMingLiU" charset="0"/>
              </a:defRPr>
            </a:lvl5pPr>
            <a:lvl6pPr marL="457200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redit Suisse Type Roman" pitchFamily="34" charset="0"/>
              </a:defRPr>
            </a:lvl6pPr>
            <a:lvl7pPr marL="914400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redit Suisse Type Roman" pitchFamily="34" charset="0"/>
              </a:defRPr>
            </a:lvl7pPr>
            <a:lvl8pPr marL="1371600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redit Suisse Type Roman" pitchFamily="34" charset="0"/>
              </a:defRPr>
            </a:lvl8pPr>
            <a:lvl9pPr marL="1828800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redit Suisse Type Roman" pitchFamily="34" charset="0"/>
              </a:defRPr>
            </a:lvl9pPr>
          </a:lstStyle>
          <a:p>
            <a:pPr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Enhance propose to 5856e Simulation Environment  </a:t>
            </a:r>
            <a:endParaRPr lang="en-US" altLang="zh-TW" dirty="0" smtClean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Slide Number Placeholder 2" descr="&lt;tags&gt;&lt;tag n=&quot;TagName&quot; v=&quot;Slide Number Placeholder 2&quot; /&gt;&lt;tag n=&quot;Top&quot; v=&quot;498&quot; /&gt;&lt;tag n=&quot;Left&quot; v=&quot;546.25&quot; /&gt;&lt;tag n=&quot;Height&quot; v=&quot;28.12504&quot; /&gt;&lt;tag n=&quot;Width&quot; v=&quot;138.25&quot; /&gt;&lt;/tags&gt;"/>
          <p:cNvSpPr txBox="1"/>
          <p:nvPr/>
        </p:nvSpPr>
        <p:spPr bwMode="auto">
          <a:xfrm>
            <a:off x="3694113" y="6276975"/>
            <a:ext cx="1755775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b" anchorCtr="0" compatLnSpc="1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9pPr>
          </a:lstStyle>
          <a:p>
            <a:fld id="{DB8E11BA-20AF-4759-A8D8-431E5A4CA8F7}" type="slidenum">
              <a:rPr lang="ja-JP" altLang="en-US" smtClean="0">
                <a:latin typeface="Arial" panose="020B0604020202020204" pitchFamily="34" charset="0"/>
              </a:rPr>
            </a:fld>
            <a:endParaRPr lang="en-US" altLang="ja-JP" smtClean="0">
              <a:latin typeface="Arial" panose="020B0604020202020204" pitchFamily="34" charset="0"/>
            </a:endParaRPr>
          </a:p>
        </p:txBody>
      </p:sp>
      <p:sp>
        <p:nvSpPr>
          <p:cNvPr id="5" name="Text Placeholder 5" descr="&lt;tags&gt;&lt;tag n=&quot;Linked&quot; v=&quot;True&quot; /&gt;&lt;/tags&gt;"/>
          <p:cNvSpPr txBox="1"/>
          <p:nvPr/>
        </p:nvSpPr>
        <p:spPr>
          <a:xfrm>
            <a:off x="449263" y="1276350"/>
            <a:ext cx="8245475" cy="5219700"/>
          </a:xfrm>
          <a:prstGeom prst="rect">
            <a:avLst/>
          </a:prstGeom>
        </p:spPr>
        <p:txBody>
          <a:bodyPr/>
          <a:lstStyle>
            <a:lvl1pPr marL="342900" indent="-342900" algn="l" defTabSz="728980" rtl="0" eaLnBrk="0" fontAlgn="base" hangingPunct="0">
              <a:lnSpc>
                <a:spcPct val="95000"/>
              </a:lnSpc>
              <a:spcBef>
                <a:spcPct val="9500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Wingdings" panose="05000000000000000000" pitchFamily="2" charset="2"/>
              <a:buChar char="•"/>
              <a:defRPr sz="1400" b="1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1pPr>
            <a:lvl2pPr marL="1905" indent="455930" algn="l" defTabSz="728980" rtl="0" eaLnBrk="0" fontAlgn="base" hangingPunct="0">
              <a:lnSpc>
                <a:spcPct val="95000"/>
              </a:lnSpc>
              <a:spcBef>
                <a:spcPct val="36000"/>
              </a:spcBef>
              <a:spcAft>
                <a:spcPct val="0"/>
              </a:spcAft>
              <a:buClr>
                <a:schemeClr val="tx1"/>
              </a:buClr>
              <a:buSzPct val="120000"/>
              <a:buChar char="–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2pPr>
            <a:lvl3pPr marL="228600" indent="-2254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n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3pPr>
            <a:lvl4pPr marL="466725" indent="-23685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4pPr>
            <a:lvl5pPr marL="706755" indent="-238125" algn="l" defTabSz="72898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kumimoji="1" sz="1400">
                <a:solidFill>
                  <a:schemeClr val="tx1"/>
                </a:solidFill>
                <a:latin typeface="Arial" panose="020B0604020202020204"/>
                <a:ea typeface="PMingLiU" pitchFamily="18" charset="-120"/>
                <a:cs typeface="PMingLiU" charset="0"/>
              </a:defRPr>
            </a:lvl5pPr>
            <a:lvl6pPr marL="11639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6pPr>
            <a:lvl7pPr marL="16211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7pPr>
            <a:lvl8pPr marL="20783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8pPr>
            <a:lvl9pPr marL="2535555" indent="-238125" algn="l" defTabSz="728980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Credit Suisse Type Roman" pitchFamily="34" charset="0"/>
              <a:buChar char="−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46075" lvl="2" indent="-34290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Font typeface="Wingdings" panose="05000000000000000000" pitchFamily="2" charset="2"/>
              <a:buAutoNum type="arabicPeriod"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shit Environment? 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None/>
            </a:pPr>
            <a:r>
              <a:rPr kumimoji="0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there are so many hierarchies</a:t>
            </a:r>
            <a:r>
              <a:rPr kumimoji="0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？ </a:t>
            </a: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there are so many things I don’t know how to describe?  This is my fault?</a:t>
            </a:r>
            <a:endParaRPr kumimoji="0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None/>
            </a:pPr>
            <a:r>
              <a:rPr kumimoji="0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Not easy to use!!! I think I don’t know where to dot what ? And what affections each action will have!!! This is </a:t>
            </a:r>
            <a:r>
              <a:rPr kumimoji="0" lang="en-US" altLang="zh-C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fault?!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" lvl="2" indent="0">
              <a:lnSpc>
                <a:spcPct val="150000"/>
              </a:lnSpc>
              <a:spcBef>
                <a:spcPts val="700"/>
              </a:spcBef>
              <a:buClr>
                <a:srgbClr val="0069B0"/>
              </a:buClr>
              <a:buNone/>
            </a:pPr>
            <a:r>
              <a:rPr kumimoji="0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GS" val="&lt;tags&gt;&lt;tag n=&quot;id&quot; v=&quot;2&quot; /&gt;&lt;tag n=&quot;name&quot; v=&quot;CoverPageNoImage&quot; /&gt;&lt;/tags&gt;"/>
</p:tagLst>
</file>

<file path=ppt/tags/tag2.xml><?xml version="1.0" encoding="utf-8"?>
<p:tagLst xmlns:p="http://schemas.openxmlformats.org/presentationml/2006/main">
  <p:tag name="FDSMENUDOCLEVELBTNSTATES" val="&lt;btnStates&gt;&lt;btn tag=&quot;1001&quot; state=&quot;UP&quot;/&gt;&lt;/btnStates&gt;&#10;"/>
  <p:tag name="TAGS" val="&lt;tags&gt;&lt;tag n=&quot;ColorScheme&quot; v=&quot;0&quot; /&gt;&lt;tag n=&quot;FssSaveTime&quot; v=&quot;00:00:00&quot; /&gt;&lt;tag n=&quot;FssPath&quot; v=&quot;&quot; /&gt;&lt;tag n=&quot;FssId&quot; v=&quot;&quot; /&gt;&lt;tag n=&quot;FssVersion&quot; v=&quot;&quot; /&gt;&lt;tag n=&quot;Disclaimers&quot; v=&quot;&quot; /&gt;&lt;tag n=&quot;Language&quot; v=&quot;ENG&quot; /&gt;&lt;tag n=&quot;DatePrefix&quot; v=&quot;True&quot; /&gt;&lt;tag n=&quot;Date&quot; v=&quot;August 2012&quot; /&gt;&lt;tag n=&quot;OrgPrefix&quot; v=&quot;True&quot; /&gt;&lt;tag n=&quot;OrgUnit&quot; v=&quot;&quot; /&gt;&lt;tag n=&quot;ProdPrefix&quot; v=&quot;True&quot; /&gt;&lt;tag n=&quot;ProducedBy&quot; v=&quot;&quot; /&gt;&lt;tag n=&quot;DisclaimerVer&quot; v=&quot;4.0.21.0&quot; /&gt;&lt;tag n=&quot;Confidential&quot; v=&quot;False&quot; /&gt;&lt;tag n=&quot;Draft&quot; v=&quot;False&quot; /&gt;&lt;tag n=&quot;Internal&quot; v=&quot;False&quot; /&gt;&lt;tag n=&quot;HasFilename&quot; v=&quot;True&quot; /&gt;&lt;tag n=&quot;HasDate&quot; v=&quot;True&quot; /&gt;&lt;tag n=&quot;HasTime&quot; v=&quot;True&quot; /&gt;&lt;tag n=&quot;XlPalette&quot; v=&quot;6830080,16711680,9001765,12948158,4103412,16048295,11769976,9816998,0,10373522,12370376,15584108,5362431,5155178,12370376,12370376,9001765,8291985,2952861,15584108,10373522,12370376,5155178,4103412,11769976,7501278,16048295,12948158,9159928,9816998,8248831,2541567,9159928,12115395,14202579,16313028,11720699,13746866,11069951,11974635,6664438,7453320,15848841,7501278,4274370,16777215,2541567,16777215,14409699,11627944,15725045,16777215,2952861,8248831,10133930,8291985&quot; /&gt;&lt;/tags&gt;"/>
</p:tagLst>
</file>

<file path=ppt/theme/theme1.xml><?xml version="1.0" encoding="utf-8"?>
<a:theme xmlns:a="http://schemas.openxmlformats.org/drawingml/2006/main" name="FlysheetAndBody">
  <a:themeElements>
    <a:clrScheme name="FlysheetAndBody 1">
      <a:dk1>
        <a:srgbClr val="000000"/>
      </a:dk1>
      <a:lt1>
        <a:srgbClr val="FFFFFF"/>
      </a:lt1>
      <a:dk2>
        <a:srgbClr val="7898B3"/>
      </a:dk2>
      <a:lt2>
        <a:srgbClr val="C8C1BC"/>
      </a:lt2>
      <a:accent1>
        <a:srgbClr val="255B89"/>
      </a:accent1>
      <a:accent2>
        <a:srgbClr val="91867E"/>
      </a:accent2>
      <a:accent3>
        <a:srgbClr val="FFFFFF"/>
      </a:accent3>
      <a:accent4>
        <a:srgbClr val="000000"/>
      </a:accent4>
      <a:accent5>
        <a:srgbClr val="ACB5C4"/>
      </a:accent5>
      <a:accent6>
        <a:srgbClr val="837972"/>
      </a:accent6>
      <a:hlink>
        <a:srgbClr val="9D0E2D"/>
      </a:hlink>
      <a:folHlink>
        <a:srgbClr val="6CCBED"/>
      </a:folHlink>
    </a:clrScheme>
    <a:fontScheme name="FlysheetAndBody">
      <a:majorFont>
        <a:latin typeface="Credit Suisse Type Roman"/>
        <a:ea typeface=""/>
        <a:cs typeface=""/>
      </a:majorFont>
      <a:minorFont>
        <a:latin typeface="Credit Suisse Type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97E4FF">
                <a:alpha val="71999"/>
              </a:srgbClr>
            </a:gs>
            <a:gs pos="100000">
              <a:schemeClr val="bg1">
                <a:alpha val="65999"/>
              </a:schemeClr>
            </a:gs>
          </a:gsLst>
          <a:lin ang="0" scaled="1"/>
        </a:gradFill>
        <a:ln w="9525">
          <a:noFill/>
          <a:miter lim="800000"/>
        </a:ln>
      </a:spPr>
      <a:bodyPr wrap="none" lIns="46800" tIns="64800" rIns="46800" bIns="64800" anchor="ctr"/>
      <a:lstStyle>
        <a:defPPr algn="ctr" defTabSz="728980">
          <a:lnSpc>
            <a:spcPct val="95000"/>
          </a:lnSpc>
          <a:buClr>
            <a:schemeClr val="bg1"/>
          </a:buClr>
          <a:tabLst>
            <a:tab pos="4286250" algn="l"/>
          </a:tabLst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46800" tIns="64800" rIns="46800" bIns="64800" numCol="1" anchor="ctr" anchorCtr="0" compatLnSpc="1"/>
      <a:lstStyle>
        <a:defPPr marL="0" marR="0" indent="0" algn="ctr" defTabSz="72898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bg1"/>
          </a:buClr>
          <a:buSzTx/>
          <a:buFontTx/>
          <a:buNone/>
          <a:tabLst>
            <a:tab pos="428625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redit Suisse Type Roman" pitchFamily="34" charset="0"/>
          </a:defRPr>
        </a:defPPr>
      </a:lstStyle>
    </a:lnDef>
  </a:objectDefaults>
  <a:extraClrSchemeLst>
    <a:extraClrScheme>
      <a:clrScheme name="FlysheetAndBody 1">
        <a:dk1>
          <a:srgbClr val="000000"/>
        </a:dk1>
        <a:lt1>
          <a:srgbClr val="FFFFFF"/>
        </a:lt1>
        <a:dk2>
          <a:srgbClr val="7898B3"/>
        </a:dk2>
        <a:lt2>
          <a:srgbClr val="C8C1BC"/>
        </a:lt2>
        <a:accent1>
          <a:srgbClr val="255B89"/>
        </a:accent1>
        <a:accent2>
          <a:srgbClr val="91867E"/>
        </a:accent2>
        <a:accent3>
          <a:srgbClr val="FFFFFF"/>
        </a:accent3>
        <a:accent4>
          <a:srgbClr val="000000"/>
        </a:accent4>
        <a:accent5>
          <a:srgbClr val="ACB5C4"/>
        </a:accent5>
        <a:accent6>
          <a:srgbClr val="837972"/>
        </a:accent6>
        <a:hlink>
          <a:srgbClr val="9D0E2D"/>
        </a:hlink>
        <a:folHlink>
          <a:srgbClr val="6CCBE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1387</Words>
  <Application>WPS 演示</Application>
  <PresentationFormat>全屏显示(4:3)</PresentationFormat>
  <Paragraphs>150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Credit Suisse Type Roman</vt:lpstr>
      <vt:lpstr>Segoe Print</vt:lpstr>
      <vt:lpstr>PMingLiU</vt:lpstr>
      <vt:lpstr>MingLiU-ExtB</vt:lpstr>
      <vt:lpstr>Arial</vt:lpstr>
      <vt:lpstr>MS PGothic</vt:lpstr>
      <vt:lpstr>PMingLiU</vt:lpstr>
      <vt:lpstr>Times New Roman</vt:lpstr>
      <vt:lpstr>微软雅黑</vt:lpstr>
      <vt:lpstr>Arial Unicode MS</vt:lpstr>
      <vt:lpstr>FlysheetAndBody</vt:lpstr>
      <vt:lpstr>PowerPoint 演示文稿</vt:lpstr>
      <vt:lpstr>Contents</vt:lpstr>
      <vt:lpstr>General Topology</vt:lpstr>
      <vt:lpstr>USB topology</vt:lpstr>
      <vt:lpstr>General Config</vt:lpstr>
      <vt:lpstr>USB Config</vt:lpstr>
      <vt:lpstr>PowerPoint 演示文稿</vt:lpstr>
      <vt:lpstr>PowerPoint 演示文稿</vt:lpstr>
    </vt:vector>
  </TitlesOfParts>
  <Company>Credit Suisse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Law, Cindy (VLQC)</dc:creator>
  <cp:lastModifiedBy>PC</cp:lastModifiedBy>
  <cp:revision>984</cp:revision>
  <cp:lastPrinted>2013-03-23T22:25:00Z</cp:lastPrinted>
  <dcterms:created xsi:type="dcterms:W3CDTF">2007-02-26T19:27:00Z</dcterms:created>
  <dcterms:modified xsi:type="dcterms:W3CDTF">2025-09-25T22:57:50Z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Type">
    <vt:i4>5</vt:i4>
  </property>
  <property fmtid="{D5CDD505-2E9C-101B-9397-08002B2CF9AE}" pid="3" name="ICV">
    <vt:lpwstr>703DF3B6B1594227B7241C860A418349_13</vt:lpwstr>
  </property>
  <property fmtid="{D5CDD505-2E9C-101B-9397-08002B2CF9AE}" pid="4" name="KSOProductBuildVer">
    <vt:lpwstr>2052-12.1.0.22529</vt:lpwstr>
  </property>
</Properties>
</file>